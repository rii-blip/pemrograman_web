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2.fntdata" ContentType="application/x-fontdata"/>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Lst>
  <p:sldSz cx="18288000" cy="10287000"/>
  <p:notesSz cx="6858000" cy="9144000"/>
  <p:embeddedFontLst>
    <p:embeddedFont>
      <p:font typeface="DM Sans"/>
      <p:regular r:id="rId16"/>
    </p:embeddedFont>
    <p:embeddedFont>
      <p:font typeface="Roboto Mono" panose="00000009000000000000"/>
      <p:regular r:id="rId1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defaultTextStyle>
  <p:extLst>
    <p:ext uri="{EFAFB233-063F-42B5-8137-9DF3F51BA10A}">
      <p15:sldGuideLst xmlns:p15="http://schemas.microsoft.com/office/powerpoint/2012/main">
        <p15:guide id="1" orient="horz" pos="2160" userDrawn="1">
          <p15:clr>
            <a:srgbClr val="000000"/>
          </p15:clr>
        </p15:guide>
        <p15:guide id="2" pos="2880" userDrawn="1">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showComments="0">
  <p:normalViewPr>
    <p:restoredLeft sz="15620"/>
    <p:restoredTop sz="94660"/>
  </p:normalViewPr>
  <p:slideViewPr>
    <p:cSldViewPr snapToGrid="0" showGuides="1">
      <p:cViewPr varScale="1">
        <p:scale>
          <a:sx n="100" d="100"/>
          <a:sy n="100" d="100"/>
        </p:scale>
        <p:origin x="0" y="0"/>
      </p:cViewPr>
      <p:guideLst>
        <p:guide orient="horz" pos="2160"/>
        <p:guide pos="2880"/>
      </p:guideLst>
    </p:cSldViewPr>
  </p:slide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7" Type="http://schemas.openxmlformats.org/officeDocument/2006/relationships/font" Target="fonts/font2.fntdata"/><Relationship Id="rId16" Type="http://schemas.openxmlformats.org/officeDocument/2006/relationships/font" Target="fonts/font1.fntdata"/><Relationship Id="rId15" Type="http://schemas.openxmlformats.org/officeDocument/2006/relationships/tableStyles" Target="tableStyles.xml"/><Relationship Id="rId14" Type="http://schemas.openxmlformats.org/officeDocument/2006/relationships/viewProps" Target="viewProps.xml"/><Relationship Id="rId13" Type="http://schemas.openxmlformats.org/officeDocument/2006/relationships/presProps" Target="presProps.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2" name="Shape 2"/>
        <p:cNvGrpSpPr/>
        <p:nvPr/>
      </p:nvGrpSpPr>
      <p:grpSpPr>
        <a:xfrm>
          <a:off x="0" y="0"/>
          <a:ext cx="0" cy="0"/>
          <a:chOff x="0" y="0"/>
          <a:chExt cx="0" cy="0"/>
        </a:xfrm>
      </p:grpSpPr>
      <p:sp>
        <p:nvSpPr>
          <p:cNvPr id="3" name="Google Shape;3;n"/>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panose="020B0604020202090204"/>
              <a:buChar char="●"/>
              <a:defRPr sz="11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L="914400" marR="0" lvl="1" indent="-298450" algn="l" rtl="0">
              <a:lnSpc>
                <a:spcPct val="100000"/>
              </a:lnSpc>
              <a:spcBef>
                <a:spcPts val="0"/>
              </a:spcBef>
              <a:spcAft>
                <a:spcPts val="0"/>
              </a:spcAft>
              <a:buClr>
                <a:srgbClr val="000000"/>
              </a:buClr>
              <a:buSzPts val="1100"/>
              <a:buFont typeface="Arial" panose="020B0604020202090204"/>
              <a:buChar char="○"/>
              <a:defRPr sz="11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L="1371600" marR="0" lvl="2" indent="-298450" algn="l" rtl="0">
              <a:lnSpc>
                <a:spcPct val="100000"/>
              </a:lnSpc>
              <a:spcBef>
                <a:spcPts val="0"/>
              </a:spcBef>
              <a:spcAft>
                <a:spcPts val="0"/>
              </a:spcAft>
              <a:buClr>
                <a:srgbClr val="000000"/>
              </a:buClr>
              <a:buSzPts val="1100"/>
              <a:buFont typeface="Arial" panose="020B0604020202090204"/>
              <a:buChar char="■"/>
              <a:defRPr sz="11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L="1828800" marR="0" lvl="3" indent="-298450" algn="l" rtl="0">
              <a:lnSpc>
                <a:spcPct val="100000"/>
              </a:lnSpc>
              <a:spcBef>
                <a:spcPts val="0"/>
              </a:spcBef>
              <a:spcAft>
                <a:spcPts val="0"/>
              </a:spcAft>
              <a:buClr>
                <a:srgbClr val="000000"/>
              </a:buClr>
              <a:buSzPts val="1100"/>
              <a:buFont typeface="Arial" panose="020B0604020202090204"/>
              <a:buChar char="●"/>
              <a:defRPr sz="11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L="2286000" marR="0" lvl="4" indent="-298450" algn="l" rtl="0">
              <a:lnSpc>
                <a:spcPct val="100000"/>
              </a:lnSpc>
              <a:spcBef>
                <a:spcPts val="0"/>
              </a:spcBef>
              <a:spcAft>
                <a:spcPts val="0"/>
              </a:spcAft>
              <a:buClr>
                <a:srgbClr val="000000"/>
              </a:buClr>
              <a:buSzPts val="1100"/>
              <a:buFont typeface="Arial" panose="020B0604020202090204"/>
              <a:buChar char="○"/>
              <a:defRPr sz="11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L="2743200" marR="0" lvl="5" indent="-298450" algn="l" rtl="0">
              <a:lnSpc>
                <a:spcPct val="100000"/>
              </a:lnSpc>
              <a:spcBef>
                <a:spcPts val="0"/>
              </a:spcBef>
              <a:spcAft>
                <a:spcPts val="0"/>
              </a:spcAft>
              <a:buClr>
                <a:srgbClr val="000000"/>
              </a:buClr>
              <a:buSzPts val="1100"/>
              <a:buFont typeface="Arial" panose="020B0604020202090204"/>
              <a:buChar char="■"/>
              <a:defRPr sz="11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L="3200400" marR="0" lvl="6" indent="-298450" algn="l" rtl="0">
              <a:lnSpc>
                <a:spcPct val="100000"/>
              </a:lnSpc>
              <a:spcBef>
                <a:spcPts val="0"/>
              </a:spcBef>
              <a:spcAft>
                <a:spcPts val="0"/>
              </a:spcAft>
              <a:buClr>
                <a:srgbClr val="000000"/>
              </a:buClr>
              <a:buSzPts val="1100"/>
              <a:buFont typeface="Arial" panose="020B0604020202090204"/>
              <a:buChar char="●"/>
              <a:defRPr sz="11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L="3657600" marR="0" lvl="7" indent="-298450" algn="l" rtl="0">
              <a:lnSpc>
                <a:spcPct val="100000"/>
              </a:lnSpc>
              <a:spcBef>
                <a:spcPts val="0"/>
              </a:spcBef>
              <a:spcAft>
                <a:spcPts val="0"/>
              </a:spcAft>
              <a:buClr>
                <a:srgbClr val="000000"/>
              </a:buClr>
              <a:buSzPts val="1100"/>
              <a:buFont typeface="Arial" panose="020B0604020202090204"/>
              <a:buChar char="○"/>
              <a:defRPr sz="11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L="4114800" marR="0" lvl="8" indent="-298450" algn="l" rtl="0">
              <a:lnSpc>
                <a:spcPct val="100000"/>
              </a:lnSpc>
              <a:spcBef>
                <a:spcPts val="0"/>
              </a:spcBef>
              <a:spcAft>
                <a:spcPts val="0"/>
              </a:spcAft>
              <a:buClr>
                <a:srgbClr val="000000"/>
              </a:buClr>
              <a:buSzPts val="1100"/>
              <a:buFont typeface="Arial" panose="020B0604020202090204"/>
              <a:buChar char="■"/>
              <a:defRPr sz="11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a:lstStyle>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80" name="Shape 80"/>
        <p:cNvGrpSpPr/>
        <p:nvPr/>
      </p:nvGrpSpPr>
      <p:grpSpPr>
        <a:xfrm>
          <a:off x="0" y="0"/>
          <a:ext cx="0" cy="0"/>
          <a:chOff x="0" y="0"/>
          <a:chExt cx="0" cy="0"/>
        </a:xfrm>
      </p:grpSpPr>
      <p:sp>
        <p:nvSpPr>
          <p:cNvPr id="81" name="Google Shape;81;p1: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
        <p:nvSpPr>
          <p:cNvPr id="82" name="Google Shape;82;p1: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99" name="Shape 99"/>
        <p:cNvGrpSpPr/>
        <p:nvPr/>
      </p:nvGrpSpPr>
      <p:grpSpPr>
        <a:xfrm>
          <a:off x="0" y="0"/>
          <a:ext cx="0" cy="0"/>
          <a:chOff x="0" y="0"/>
          <a:chExt cx="0" cy="0"/>
        </a:xfrm>
      </p:grpSpPr>
      <p:sp>
        <p:nvSpPr>
          <p:cNvPr id="100" name="Google Shape;100;p2: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
        <p:nvSpPr>
          <p:cNvPr id="101" name="Google Shape;101;p2: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13" name="Shape 113"/>
        <p:cNvGrpSpPr/>
        <p:nvPr/>
      </p:nvGrpSpPr>
      <p:grpSpPr>
        <a:xfrm>
          <a:off x="0" y="0"/>
          <a:ext cx="0" cy="0"/>
          <a:chOff x="0" y="0"/>
          <a:chExt cx="0" cy="0"/>
        </a:xfrm>
      </p:grpSpPr>
      <p:sp>
        <p:nvSpPr>
          <p:cNvPr id="114" name="Google Shape;114;p3: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
        <p:nvSpPr>
          <p:cNvPr id="115" name="Google Shape;115;p3: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28" name="Shape 128"/>
        <p:cNvGrpSpPr/>
        <p:nvPr/>
      </p:nvGrpSpPr>
      <p:grpSpPr>
        <a:xfrm>
          <a:off x="0" y="0"/>
          <a:ext cx="0" cy="0"/>
          <a:chOff x="0" y="0"/>
          <a:chExt cx="0" cy="0"/>
        </a:xfrm>
      </p:grpSpPr>
      <p:sp>
        <p:nvSpPr>
          <p:cNvPr id="129" name="Google Shape;129;p4: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
        <p:nvSpPr>
          <p:cNvPr id="130" name="Google Shape;130;p4: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42" name="Shape 142"/>
        <p:cNvGrpSpPr/>
        <p:nvPr/>
      </p:nvGrpSpPr>
      <p:grpSpPr>
        <a:xfrm>
          <a:off x="0" y="0"/>
          <a:ext cx="0" cy="0"/>
          <a:chOff x="0" y="0"/>
          <a:chExt cx="0" cy="0"/>
        </a:xfrm>
      </p:grpSpPr>
      <p:sp>
        <p:nvSpPr>
          <p:cNvPr id="143" name="Google Shape;143;p5: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
        <p:nvSpPr>
          <p:cNvPr id="144" name="Google Shape;144;p5: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56" name="Shape 156"/>
        <p:cNvGrpSpPr/>
        <p:nvPr/>
      </p:nvGrpSpPr>
      <p:grpSpPr>
        <a:xfrm>
          <a:off x="0" y="0"/>
          <a:ext cx="0" cy="0"/>
          <a:chOff x="0" y="0"/>
          <a:chExt cx="0" cy="0"/>
        </a:xfrm>
      </p:grpSpPr>
      <p:sp>
        <p:nvSpPr>
          <p:cNvPr id="157" name="Google Shape;157;p6: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
        <p:nvSpPr>
          <p:cNvPr id="158" name="Google Shape;158;p6: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70" name="Shape 170"/>
        <p:cNvGrpSpPr/>
        <p:nvPr/>
      </p:nvGrpSpPr>
      <p:grpSpPr>
        <a:xfrm>
          <a:off x="0" y="0"/>
          <a:ext cx="0" cy="0"/>
          <a:chOff x="0" y="0"/>
          <a:chExt cx="0" cy="0"/>
        </a:xfrm>
      </p:grpSpPr>
      <p:sp>
        <p:nvSpPr>
          <p:cNvPr id="171" name="Google Shape;171;g33064f6f14d_0_24: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
        <p:nvSpPr>
          <p:cNvPr id="172" name="Google Shape;172;g33064f6f14d_0_24:notes"/>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85" name="Shape 185"/>
        <p:cNvGrpSpPr/>
        <p:nvPr/>
      </p:nvGrpSpPr>
      <p:grpSpPr>
        <a:xfrm>
          <a:off x="0" y="0"/>
          <a:ext cx="0" cy="0"/>
          <a:chOff x="0" y="0"/>
          <a:chExt cx="0" cy="0"/>
        </a:xfrm>
      </p:grpSpPr>
      <p:sp>
        <p:nvSpPr>
          <p:cNvPr id="186" name="Google Shape;186;g33074a72064_0_22: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
        <p:nvSpPr>
          <p:cNvPr id="187" name="Google Shape;187;g33074a72064_0_22:notes"/>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PhAnim="0" showMasterSp="0">
  <p:cSld>
    <p:spTree>
      <p:nvGrpSpPr>
        <p:cNvPr id="198" name="Shape 198"/>
        <p:cNvGrpSpPr/>
        <p:nvPr/>
      </p:nvGrpSpPr>
      <p:grpSpPr>
        <a:xfrm>
          <a:off x="0" y="0"/>
          <a:ext cx="0" cy="0"/>
          <a:chOff x="0" y="0"/>
          <a:chExt cx="0" cy="0"/>
        </a:xfrm>
      </p:grpSpPr>
      <p:sp>
        <p:nvSpPr>
          <p:cNvPr id="199" name="Google Shape;199;p10: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
        <p:nvSpPr>
          <p:cNvPr id="200" name="Google Shape;200;p10: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matchingName="Blank">
  <p:cSld name="BLANK">
    <p:spTree>
      <p:nvGrpSpPr>
        <p:cNvPr id="11" name="Shape 11"/>
        <p:cNvGrpSpPr/>
        <p:nvPr/>
      </p:nvGrpSpPr>
      <p:grpSpPr>
        <a:xfrm>
          <a:off x="0" y="0"/>
          <a:ext cx="0" cy="0"/>
          <a:chOff x="0" y="0"/>
          <a:chExt cx="0" cy="0"/>
        </a:xfrm>
      </p:grpSpPr>
      <p:sp>
        <p:nvSpPr>
          <p:cNvPr id="12" name="Google Shape;12;p12"/>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 name="Google Shape;13;p12"/>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 name="Google Shape;14;p12"/>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matchingName="Title Slide">
  <p:cSld name="TITLE">
    <p:spTree>
      <p:nvGrpSpPr>
        <p:cNvPr id="15" name="Shape 15"/>
        <p:cNvGrpSpPr/>
        <p:nvPr/>
      </p:nvGrpSpPr>
      <p:grpSpPr>
        <a:xfrm>
          <a:off x="0" y="0"/>
          <a:ext cx="0" cy="0"/>
          <a:chOff x="0" y="0"/>
          <a:chExt cx="0" cy="0"/>
        </a:xfrm>
      </p:grpSpPr>
      <p:sp>
        <p:nvSpPr>
          <p:cNvPr id="16" name="Google Shape;16;p13"/>
          <p:cNvSpPr txBox="1"/>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13"/>
          <p:cNvSpPr txBox="1"/>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18" name="Google Shape;18;p13"/>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13"/>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13"/>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matchingName="Title and Content">
  <p:cSld name="OBJECT">
    <p:spTree>
      <p:nvGrpSpPr>
        <p:cNvPr id="21" name="Shape 21"/>
        <p:cNvGrpSpPr/>
        <p:nvPr/>
      </p:nvGrpSpPr>
      <p:grpSpPr>
        <a:xfrm>
          <a:off x="0" y="0"/>
          <a:ext cx="0" cy="0"/>
          <a:chOff x="0" y="0"/>
          <a:chExt cx="0" cy="0"/>
        </a:xfrm>
      </p:grpSpPr>
      <p:sp>
        <p:nvSpPr>
          <p:cNvPr id="22" name="Google Shape;22;p14"/>
          <p:cNvSpPr txBox="1"/>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14"/>
          <p:cNvSpPr txBox="1"/>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p:txBody>
      </p:sp>
      <p:sp>
        <p:nvSpPr>
          <p:cNvPr id="24" name="Google Shape;24;p14"/>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14"/>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14"/>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matchingName="Section Header">
  <p:cSld name="SECTION_HEADER">
    <p:spTree>
      <p:nvGrpSpPr>
        <p:cNvPr id="27" name="Shape 27"/>
        <p:cNvGrpSpPr/>
        <p:nvPr/>
      </p:nvGrpSpPr>
      <p:grpSpPr>
        <a:xfrm>
          <a:off x="0" y="0"/>
          <a:ext cx="0" cy="0"/>
          <a:chOff x="0" y="0"/>
          <a:chExt cx="0" cy="0"/>
        </a:xfrm>
      </p:grpSpPr>
      <p:sp>
        <p:nvSpPr>
          <p:cNvPr id="28" name="Google Shape;28;p15"/>
          <p:cNvSpPr txBox="1"/>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lnSpc>
                <a:spcPct val="100000"/>
              </a:lnSpc>
              <a:spcBef>
                <a:spcPts val="0"/>
              </a:spcBef>
              <a:spcAft>
                <a:spcPts val="0"/>
              </a:spcAft>
              <a:buClr>
                <a:schemeClr val="dk1"/>
              </a:buClr>
              <a:buSzPts val="4000"/>
              <a:buFont typeface="Calibri"/>
              <a:buNone/>
              <a:defRPr sz="4000" b="1"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15"/>
          <p:cNvSpPr txBox="1"/>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400"/>
              </a:spcBef>
              <a:spcAft>
                <a:spcPts val="0"/>
              </a:spcAft>
              <a:buClr>
                <a:srgbClr val="888888"/>
              </a:buClr>
              <a:buSzPts val="2000"/>
              <a:buNone/>
              <a:defRPr sz="2000">
                <a:solidFill>
                  <a:srgbClr val="888888"/>
                </a:solidFill>
              </a:defRPr>
            </a:lvl1pPr>
            <a:lvl2pPr marL="914400" lvl="1" indent="-228600" algn="l">
              <a:lnSpc>
                <a:spcPct val="100000"/>
              </a:lnSpc>
              <a:spcBef>
                <a:spcPts val="360"/>
              </a:spcBef>
              <a:spcAft>
                <a:spcPts val="0"/>
              </a:spcAft>
              <a:buClr>
                <a:srgbClr val="888888"/>
              </a:buClr>
              <a:buSzPts val="1800"/>
              <a:buNone/>
              <a:defRPr sz="1800">
                <a:solidFill>
                  <a:srgbClr val="888888"/>
                </a:solidFill>
              </a:defRPr>
            </a:lvl2pPr>
            <a:lvl3pPr marL="1371600" lvl="2" indent="-228600" algn="l">
              <a:lnSpc>
                <a:spcPct val="100000"/>
              </a:lnSpc>
              <a:spcBef>
                <a:spcPts val="320"/>
              </a:spcBef>
              <a:spcAft>
                <a:spcPts val="0"/>
              </a:spcAft>
              <a:buClr>
                <a:srgbClr val="888888"/>
              </a:buClr>
              <a:buSzPts val="1600"/>
              <a:buNone/>
              <a:defRPr sz="1600">
                <a:solidFill>
                  <a:srgbClr val="888888"/>
                </a:solidFill>
              </a:defRPr>
            </a:lvl3pPr>
            <a:lvl4pPr marL="1828800" lvl="3" indent="-228600" algn="l">
              <a:lnSpc>
                <a:spcPct val="100000"/>
              </a:lnSpc>
              <a:spcBef>
                <a:spcPts val="280"/>
              </a:spcBef>
              <a:spcAft>
                <a:spcPts val="0"/>
              </a:spcAft>
              <a:buClr>
                <a:srgbClr val="888888"/>
              </a:buClr>
              <a:buSzPts val="1400"/>
              <a:buNone/>
              <a:defRPr sz="1400">
                <a:solidFill>
                  <a:srgbClr val="888888"/>
                </a:solidFill>
              </a:defRPr>
            </a:lvl4pPr>
            <a:lvl5pPr marL="2286000" lvl="4" indent="-228600" algn="l">
              <a:lnSpc>
                <a:spcPct val="100000"/>
              </a:lnSpc>
              <a:spcBef>
                <a:spcPts val="280"/>
              </a:spcBef>
              <a:spcAft>
                <a:spcPts val="0"/>
              </a:spcAft>
              <a:buClr>
                <a:srgbClr val="888888"/>
              </a:buClr>
              <a:buSzPts val="1400"/>
              <a:buNone/>
              <a:defRPr sz="1400">
                <a:solidFill>
                  <a:srgbClr val="888888"/>
                </a:solidFill>
              </a:defRPr>
            </a:lvl5pPr>
            <a:lvl6pPr marL="2743200" lvl="5" indent="-228600" algn="l">
              <a:lnSpc>
                <a:spcPct val="100000"/>
              </a:lnSpc>
              <a:spcBef>
                <a:spcPts val="280"/>
              </a:spcBef>
              <a:spcAft>
                <a:spcPts val="0"/>
              </a:spcAft>
              <a:buClr>
                <a:srgbClr val="888888"/>
              </a:buClr>
              <a:buSzPts val="1400"/>
              <a:buNone/>
              <a:defRPr sz="1400">
                <a:solidFill>
                  <a:srgbClr val="888888"/>
                </a:solidFill>
              </a:defRPr>
            </a:lvl6pPr>
            <a:lvl7pPr marL="3200400" lvl="6" indent="-228600" algn="l">
              <a:lnSpc>
                <a:spcPct val="100000"/>
              </a:lnSpc>
              <a:spcBef>
                <a:spcPts val="280"/>
              </a:spcBef>
              <a:spcAft>
                <a:spcPts val="0"/>
              </a:spcAft>
              <a:buClr>
                <a:srgbClr val="888888"/>
              </a:buClr>
              <a:buSzPts val="1400"/>
              <a:buNone/>
              <a:defRPr sz="1400">
                <a:solidFill>
                  <a:srgbClr val="888888"/>
                </a:solidFill>
              </a:defRPr>
            </a:lvl7pPr>
            <a:lvl8pPr marL="3657600" lvl="7" indent="-228600" algn="l">
              <a:lnSpc>
                <a:spcPct val="100000"/>
              </a:lnSpc>
              <a:spcBef>
                <a:spcPts val="280"/>
              </a:spcBef>
              <a:spcAft>
                <a:spcPts val="0"/>
              </a:spcAft>
              <a:buClr>
                <a:srgbClr val="888888"/>
              </a:buClr>
              <a:buSzPts val="1400"/>
              <a:buNone/>
              <a:defRPr sz="1400">
                <a:solidFill>
                  <a:srgbClr val="888888"/>
                </a:solidFill>
              </a:defRPr>
            </a:lvl8pPr>
            <a:lvl9pPr marL="4114800" lvl="8" indent="-228600" algn="l">
              <a:lnSpc>
                <a:spcPct val="100000"/>
              </a:lnSpc>
              <a:spcBef>
                <a:spcPts val="280"/>
              </a:spcBef>
              <a:spcAft>
                <a:spcPts val="0"/>
              </a:spcAft>
              <a:buClr>
                <a:srgbClr val="888888"/>
              </a:buClr>
              <a:buSzPts val="1400"/>
              <a:buNone/>
              <a:defRPr sz="1400">
                <a:solidFill>
                  <a:srgbClr val="888888"/>
                </a:solidFill>
              </a:defRPr>
            </a:lvl9pPr>
          </a:lstStyle>
          <a:p/>
        </p:txBody>
      </p:sp>
      <p:sp>
        <p:nvSpPr>
          <p:cNvPr id="30" name="Google Shape;30;p15"/>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15"/>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15"/>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matchingName="Two Content">
  <p:cSld name="TWO_OBJECTS">
    <p:spTree>
      <p:nvGrpSpPr>
        <p:cNvPr id="33" name="Shape 33"/>
        <p:cNvGrpSpPr/>
        <p:nvPr/>
      </p:nvGrpSpPr>
      <p:grpSpPr>
        <a:xfrm>
          <a:off x="0" y="0"/>
          <a:ext cx="0" cy="0"/>
          <a:chOff x="0" y="0"/>
          <a:chExt cx="0" cy="0"/>
        </a:xfrm>
      </p:grpSpPr>
      <p:sp>
        <p:nvSpPr>
          <p:cNvPr id="34" name="Google Shape;34;p16"/>
          <p:cNvSpPr txBox="1"/>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16"/>
          <p:cNvSpPr txBox="1"/>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lnSpc>
                <a:spcPct val="100000"/>
              </a:lnSpc>
              <a:spcBef>
                <a:spcPts val="560"/>
              </a:spcBef>
              <a:spcAft>
                <a:spcPts val="0"/>
              </a:spcAft>
              <a:buClr>
                <a:schemeClr val="dk1"/>
              </a:buClr>
              <a:buSzPts val="2800"/>
              <a:buChar char="•"/>
              <a:defRPr sz="2800"/>
            </a:lvl1pPr>
            <a:lvl2pPr marL="914400" lvl="1" indent="-381000" algn="l">
              <a:lnSpc>
                <a:spcPct val="100000"/>
              </a:lnSpc>
              <a:spcBef>
                <a:spcPts val="480"/>
              </a:spcBef>
              <a:spcAft>
                <a:spcPts val="0"/>
              </a:spcAft>
              <a:buClr>
                <a:schemeClr val="dk1"/>
              </a:buClr>
              <a:buSzPts val="2400"/>
              <a:buChar char="–"/>
              <a:defRPr sz="2400"/>
            </a:lvl2pPr>
            <a:lvl3pPr marL="1371600" lvl="2" indent="-355600" algn="l">
              <a:lnSpc>
                <a:spcPct val="100000"/>
              </a:lnSpc>
              <a:spcBef>
                <a:spcPts val="400"/>
              </a:spcBef>
              <a:spcAft>
                <a:spcPts val="0"/>
              </a:spcAft>
              <a:buClr>
                <a:schemeClr val="dk1"/>
              </a:buClr>
              <a:buSzPts val="2000"/>
              <a:buChar char="•"/>
              <a:defRPr sz="2000"/>
            </a:lvl3pPr>
            <a:lvl4pPr marL="1828800" lvl="3" indent="-342900" algn="l">
              <a:lnSpc>
                <a:spcPct val="100000"/>
              </a:lnSpc>
              <a:spcBef>
                <a:spcPts val="360"/>
              </a:spcBef>
              <a:spcAft>
                <a:spcPts val="0"/>
              </a:spcAft>
              <a:buClr>
                <a:schemeClr val="dk1"/>
              </a:buClr>
              <a:buSzPts val="1800"/>
              <a:buChar char="–"/>
              <a:defRPr sz="1800"/>
            </a:lvl4pPr>
            <a:lvl5pPr marL="2286000" lvl="4" indent="-342900" algn="l">
              <a:lnSpc>
                <a:spcPct val="100000"/>
              </a:lnSpc>
              <a:spcBef>
                <a:spcPts val="360"/>
              </a:spcBef>
              <a:spcAft>
                <a:spcPts val="0"/>
              </a:spcAft>
              <a:buClr>
                <a:schemeClr val="dk1"/>
              </a:buClr>
              <a:buSzPts val="1800"/>
              <a:buChar char="»"/>
              <a:defRPr sz="1800"/>
            </a:lvl5pPr>
            <a:lvl6pPr marL="2743200" lvl="5" indent="-342900" algn="l">
              <a:lnSpc>
                <a:spcPct val="100000"/>
              </a:lnSpc>
              <a:spcBef>
                <a:spcPts val="360"/>
              </a:spcBef>
              <a:spcAft>
                <a:spcPts val="0"/>
              </a:spcAft>
              <a:buClr>
                <a:schemeClr val="dk1"/>
              </a:buClr>
              <a:buSzPts val="1800"/>
              <a:buChar char="•"/>
              <a:defRPr sz="1800"/>
            </a:lvl6pPr>
            <a:lvl7pPr marL="3200400" lvl="6" indent="-342900" algn="l">
              <a:lnSpc>
                <a:spcPct val="100000"/>
              </a:lnSpc>
              <a:spcBef>
                <a:spcPts val="360"/>
              </a:spcBef>
              <a:spcAft>
                <a:spcPts val="0"/>
              </a:spcAft>
              <a:buClr>
                <a:schemeClr val="dk1"/>
              </a:buClr>
              <a:buSzPts val="1800"/>
              <a:buChar char="•"/>
              <a:defRPr sz="1800"/>
            </a:lvl7pPr>
            <a:lvl8pPr marL="3657600" lvl="7" indent="-342900" algn="l">
              <a:lnSpc>
                <a:spcPct val="100000"/>
              </a:lnSpc>
              <a:spcBef>
                <a:spcPts val="360"/>
              </a:spcBef>
              <a:spcAft>
                <a:spcPts val="0"/>
              </a:spcAft>
              <a:buClr>
                <a:schemeClr val="dk1"/>
              </a:buClr>
              <a:buSzPts val="1800"/>
              <a:buChar char="•"/>
              <a:defRPr sz="1800"/>
            </a:lvl8pPr>
            <a:lvl9pPr marL="4114800" lvl="8" indent="-342900" algn="l">
              <a:lnSpc>
                <a:spcPct val="100000"/>
              </a:lnSpc>
              <a:spcBef>
                <a:spcPts val="360"/>
              </a:spcBef>
              <a:spcAft>
                <a:spcPts val="0"/>
              </a:spcAft>
              <a:buClr>
                <a:schemeClr val="dk1"/>
              </a:buClr>
              <a:buSzPts val="1800"/>
              <a:buChar char="•"/>
              <a:defRPr sz="1800"/>
            </a:lvl9pPr>
          </a:lstStyle>
          <a:p/>
        </p:txBody>
      </p:sp>
      <p:sp>
        <p:nvSpPr>
          <p:cNvPr id="36" name="Google Shape;36;p16"/>
          <p:cNvSpPr txBox="1"/>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lnSpc>
                <a:spcPct val="100000"/>
              </a:lnSpc>
              <a:spcBef>
                <a:spcPts val="560"/>
              </a:spcBef>
              <a:spcAft>
                <a:spcPts val="0"/>
              </a:spcAft>
              <a:buClr>
                <a:schemeClr val="dk1"/>
              </a:buClr>
              <a:buSzPts val="2800"/>
              <a:buChar char="•"/>
              <a:defRPr sz="2800"/>
            </a:lvl1pPr>
            <a:lvl2pPr marL="914400" lvl="1" indent="-381000" algn="l">
              <a:lnSpc>
                <a:spcPct val="100000"/>
              </a:lnSpc>
              <a:spcBef>
                <a:spcPts val="480"/>
              </a:spcBef>
              <a:spcAft>
                <a:spcPts val="0"/>
              </a:spcAft>
              <a:buClr>
                <a:schemeClr val="dk1"/>
              </a:buClr>
              <a:buSzPts val="2400"/>
              <a:buChar char="–"/>
              <a:defRPr sz="2400"/>
            </a:lvl2pPr>
            <a:lvl3pPr marL="1371600" lvl="2" indent="-355600" algn="l">
              <a:lnSpc>
                <a:spcPct val="100000"/>
              </a:lnSpc>
              <a:spcBef>
                <a:spcPts val="400"/>
              </a:spcBef>
              <a:spcAft>
                <a:spcPts val="0"/>
              </a:spcAft>
              <a:buClr>
                <a:schemeClr val="dk1"/>
              </a:buClr>
              <a:buSzPts val="2000"/>
              <a:buChar char="•"/>
              <a:defRPr sz="2000"/>
            </a:lvl3pPr>
            <a:lvl4pPr marL="1828800" lvl="3" indent="-342900" algn="l">
              <a:lnSpc>
                <a:spcPct val="100000"/>
              </a:lnSpc>
              <a:spcBef>
                <a:spcPts val="360"/>
              </a:spcBef>
              <a:spcAft>
                <a:spcPts val="0"/>
              </a:spcAft>
              <a:buClr>
                <a:schemeClr val="dk1"/>
              </a:buClr>
              <a:buSzPts val="1800"/>
              <a:buChar char="–"/>
              <a:defRPr sz="1800"/>
            </a:lvl4pPr>
            <a:lvl5pPr marL="2286000" lvl="4" indent="-342900" algn="l">
              <a:lnSpc>
                <a:spcPct val="100000"/>
              </a:lnSpc>
              <a:spcBef>
                <a:spcPts val="360"/>
              </a:spcBef>
              <a:spcAft>
                <a:spcPts val="0"/>
              </a:spcAft>
              <a:buClr>
                <a:schemeClr val="dk1"/>
              </a:buClr>
              <a:buSzPts val="1800"/>
              <a:buChar char="»"/>
              <a:defRPr sz="1800"/>
            </a:lvl5pPr>
            <a:lvl6pPr marL="2743200" lvl="5" indent="-342900" algn="l">
              <a:lnSpc>
                <a:spcPct val="100000"/>
              </a:lnSpc>
              <a:spcBef>
                <a:spcPts val="360"/>
              </a:spcBef>
              <a:spcAft>
                <a:spcPts val="0"/>
              </a:spcAft>
              <a:buClr>
                <a:schemeClr val="dk1"/>
              </a:buClr>
              <a:buSzPts val="1800"/>
              <a:buChar char="•"/>
              <a:defRPr sz="1800"/>
            </a:lvl6pPr>
            <a:lvl7pPr marL="3200400" lvl="6" indent="-342900" algn="l">
              <a:lnSpc>
                <a:spcPct val="100000"/>
              </a:lnSpc>
              <a:spcBef>
                <a:spcPts val="360"/>
              </a:spcBef>
              <a:spcAft>
                <a:spcPts val="0"/>
              </a:spcAft>
              <a:buClr>
                <a:schemeClr val="dk1"/>
              </a:buClr>
              <a:buSzPts val="1800"/>
              <a:buChar char="•"/>
              <a:defRPr sz="1800"/>
            </a:lvl7pPr>
            <a:lvl8pPr marL="3657600" lvl="7" indent="-342900" algn="l">
              <a:lnSpc>
                <a:spcPct val="100000"/>
              </a:lnSpc>
              <a:spcBef>
                <a:spcPts val="360"/>
              </a:spcBef>
              <a:spcAft>
                <a:spcPts val="0"/>
              </a:spcAft>
              <a:buClr>
                <a:schemeClr val="dk1"/>
              </a:buClr>
              <a:buSzPts val="1800"/>
              <a:buChar char="•"/>
              <a:defRPr sz="1800"/>
            </a:lvl8pPr>
            <a:lvl9pPr marL="4114800" lvl="8" indent="-342900" algn="l">
              <a:lnSpc>
                <a:spcPct val="100000"/>
              </a:lnSpc>
              <a:spcBef>
                <a:spcPts val="360"/>
              </a:spcBef>
              <a:spcAft>
                <a:spcPts val="0"/>
              </a:spcAft>
              <a:buClr>
                <a:schemeClr val="dk1"/>
              </a:buClr>
              <a:buSzPts val="1800"/>
              <a:buChar char="•"/>
              <a:defRPr sz="1800"/>
            </a:lvl9pPr>
          </a:lstStyle>
          <a:p/>
        </p:txBody>
      </p:sp>
      <p:sp>
        <p:nvSpPr>
          <p:cNvPr id="37" name="Google Shape;37;p16"/>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16"/>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16"/>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matchingName="Comparison">
  <p:cSld name="TWO_OBJECTS_WITH_TEXT">
    <p:spTree>
      <p:nvGrpSpPr>
        <p:cNvPr id="40" name="Shape 40"/>
        <p:cNvGrpSpPr/>
        <p:nvPr/>
      </p:nvGrpSpPr>
      <p:grpSpPr>
        <a:xfrm>
          <a:off x="0" y="0"/>
          <a:ext cx="0" cy="0"/>
          <a:chOff x="0" y="0"/>
          <a:chExt cx="0" cy="0"/>
        </a:xfrm>
      </p:grpSpPr>
      <p:sp>
        <p:nvSpPr>
          <p:cNvPr id="41" name="Google Shape;41;p17"/>
          <p:cNvSpPr txBox="1"/>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44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17"/>
          <p:cNvSpPr txBox="1"/>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480"/>
              </a:spcBef>
              <a:spcAft>
                <a:spcPts val="0"/>
              </a:spcAft>
              <a:buClr>
                <a:schemeClr val="dk1"/>
              </a:buClr>
              <a:buSzPts val="2400"/>
              <a:buNone/>
              <a:defRPr sz="2400" b="1"/>
            </a:lvl1pPr>
            <a:lvl2pPr marL="914400" lvl="1" indent="-228600" algn="l">
              <a:lnSpc>
                <a:spcPct val="100000"/>
              </a:lnSpc>
              <a:spcBef>
                <a:spcPts val="400"/>
              </a:spcBef>
              <a:spcAft>
                <a:spcPts val="0"/>
              </a:spcAft>
              <a:buClr>
                <a:schemeClr val="dk1"/>
              </a:buClr>
              <a:buSzPts val="2000"/>
              <a:buNone/>
              <a:defRPr sz="2000" b="1"/>
            </a:lvl2pPr>
            <a:lvl3pPr marL="1371600" lvl="2" indent="-228600" algn="l">
              <a:lnSpc>
                <a:spcPct val="100000"/>
              </a:lnSpc>
              <a:spcBef>
                <a:spcPts val="360"/>
              </a:spcBef>
              <a:spcAft>
                <a:spcPts val="0"/>
              </a:spcAft>
              <a:buClr>
                <a:schemeClr val="dk1"/>
              </a:buClr>
              <a:buSzPts val="1800"/>
              <a:buNone/>
              <a:defRPr sz="1800" b="1"/>
            </a:lvl3pPr>
            <a:lvl4pPr marL="1828800" lvl="3" indent="-228600" algn="l">
              <a:lnSpc>
                <a:spcPct val="100000"/>
              </a:lnSpc>
              <a:spcBef>
                <a:spcPts val="320"/>
              </a:spcBef>
              <a:spcAft>
                <a:spcPts val="0"/>
              </a:spcAft>
              <a:buClr>
                <a:schemeClr val="dk1"/>
              </a:buClr>
              <a:buSzPts val="1600"/>
              <a:buNone/>
              <a:defRPr sz="1600" b="1"/>
            </a:lvl4pPr>
            <a:lvl5pPr marL="2286000" lvl="4" indent="-228600" algn="l">
              <a:lnSpc>
                <a:spcPct val="100000"/>
              </a:lnSpc>
              <a:spcBef>
                <a:spcPts val="320"/>
              </a:spcBef>
              <a:spcAft>
                <a:spcPts val="0"/>
              </a:spcAft>
              <a:buClr>
                <a:schemeClr val="dk1"/>
              </a:buClr>
              <a:buSzPts val="1600"/>
              <a:buNone/>
              <a:defRPr sz="1600" b="1"/>
            </a:lvl5pPr>
            <a:lvl6pPr marL="2743200" lvl="5" indent="-228600" algn="l">
              <a:lnSpc>
                <a:spcPct val="100000"/>
              </a:lnSpc>
              <a:spcBef>
                <a:spcPts val="320"/>
              </a:spcBef>
              <a:spcAft>
                <a:spcPts val="0"/>
              </a:spcAft>
              <a:buClr>
                <a:schemeClr val="dk1"/>
              </a:buClr>
              <a:buSzPts val="1600"/>
              <a:buNone/>
              <a:defRPr sz="1600" b="1"/>
            </a:lvl6pPr>
            <a:lvl7pPr marL="3200400" lvl="6" indent="-228600" algn="l">
              <a:lnSpc>
                <a:spcPct val="100000"/>
              </a:lnSpc>
              <a:spcBef>
                <a:spcPts val="320"/>
              </a:spcBef>
              <a:spcAft>
                <a:spcPts val="0"/>
              </a:spcAft>
              <a:buClr>
                <a:schemeClr val="dk1"/>
              </a:buClr>
              <a:buSzPts val="1600"/>
              <a:buNone/>
              <a:defRPr sz="1600" b="1"/>
            </a:lvl7pPr>
            <a:lvl8pPr marL="3657600" lvl="7" indent="-228600" algn="l">
              <a:lnSpc>
                <a:spcPct val="100000"/>
              </a:lnSpc>
              <a:spcBef>
                <a:spcPts val="320"/>
              </a:spcBef>
              <a:spcAft>
                <a:spcPts val="0"/>
              </a:spcAft>
              <a:buClr>
                <a:schemeClr val="dk1"/>
              </a:buClr>
              <a:buSzPts val="1600"/>
              <a:buNone/>
              <a:defRPr sz="1600" b="1"/>
            </a:lvl8pPr>
            <a:lvl9pPr marL="4114800" lvl="8" indent="-228600" algn="l">
              <a:lnSpc>
                <a:spcPct val="100000"/>
              </a:lnSpc>
              <a:spcBef>
                <a:spcPts val="320"/>
              </a:spcBef>
              <a:spcAft>
                <a:spcPts val="0"/>
              </a:spcAft>
              <a:buClr>
                <a:schemeClr val="dk1"/>
              </a:buClr>
              <a:buSzPts val="1600"/>
              <a:buNone/>
              <a:defRPr sz="1600" b="1"/>
            </a:lvl9pPr>
          </a:lstStyle>
          <a:p/>
        </p:txBody>
      </p:sp>
      <p:sp>
        <p:nvSpPr>
          <p:cNvPr id="43" name="Google Shape;43;p17"/>
          <p:cNvSpPr txBox="1"/>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lnSpc>
                <a:spcPct val="100000"/>
              </a:lnSpc>
              <a:spcBef>
                <a:spcPts val="480"/>
              </a:spcBef>
              <a:spcAft>
                <a:spcPts val="0"/>
              </a:spcAft>
              <a:buClr>
                <a:schemeClr val="dk1"/>
              </a:buClr>
              <a:buSzPts val="2400"/>
              <a:buChar char="•"/>
              <a:defRPr sz="2400"/>
            </a:lvl1pPr>
            <a:lvl2pPr marL="914400" lvl="1" indent="-355600" algn="l">
              <a:lnSpc>
                <a:spcPct val="100000"/>
              </a:lnSpc>
              <a:spcBef>
                <a:spcPts val="400"/>
              </a:spcBef>
              <a:spcAft>
                <a:spcPts val="0"/>
              </a:spcAft>
              <a:buClr>
                <a:schemeClr val="dk1"/>
              </a:buClr>
              <a:buSzPts val="2000"/>
              <a:buChar char="–"/>
              <a:defRPr sz="2000"/>
            </a:lvl2pPr>
            <a:lvl3pPr marL="1371600" lvl="2" indent="-342900" algn="l">
              <a:lnSpc>
                <a:spcPct val="100000"/>
              </a:lnSpc>
              <a:spcBef>
                <a:spcPts val="360"/>
              </a:spcBef>
              <a:spcAft>
                <a:spcPts val="0"/>
              </a:spcAft>
              <a:buClr>
                <a:schemeClr val="dk1"/>
              </a:buClr>
              <a:buSzPts val="1800"/>
              <a:buChar char="•"/>
              <a:defRPr sz="1800"/>
            </a:lvl3pPr>
            <a:lvl4pPr marL="1828800" lvl="3" indent="-330200" algn="l">
              <a:lnSpc>
                <a:spcPct val="100000"/>
              </a:lnSpc>
              <a:spcBef>
                <a:spcPts val="320"/>
              </a:spcBef>
              <a:spcAft>
                <a:spcPts val="0"/>
              </a:spcAft>
              <a:buClr>
                <a:schemeClr val="dk1"/>
              </a:buClr>
              <a:buSzPts val="1600"/>
              <a:buChar char="–"/>
              <a:defRPr sz="1600"/>
            </a:lvl4pPr>
            <a:lvl5pPr marL="2286000" lvl="4" indent="-330200" algn="l">
              <a:lnSpc>
                <a:spcPct val="100000"/>
              </a:lnSpc>
              <a:spcBef>
                <a:spcPts val="320"/>
              </a:spcBef>
              <a:spcAft>
                <a:spcPts val="0"/>
              </a:spcAft>
              <a:buClr>
                <a:schemeClr val="dk1"/>
              </a:buClr>
              <a:buSzPts val="1600"/>
              <a:buChar char="»"/>
              <a:defRPr sz="1600"/>
            </a:lvl5pPr>
            <a:lvl6pPr marL="2743200" lvl="5" indent="-330200" algn="l">
              <a:lnSpc>
                <a:spcPct val="100000"/>
              </a:lnSpc>
              <a:spcBef>
                <a:spcPts val="320"/>
              </a:spcBef>
              <a:spcAft>
                <a:spcPts val="0"/>
              </a:spcAft>
              <a:buClr>
                <a:schemeClr val="dk1"/>
              </a:buClr>
              <a:buSzPts val="1600"/>
              <a:buChar char="•"/>
              <a:defRPr sz="1600"/>
            </a:lvl6pPr>
            <a:lvl7pPr marL="3200400" lvl="6" indent="-330200" algn="l">
              <a:lnSpc>
                <a:spcPct val="100000"/>
              </a:lnSpc>
              <a:spcBef>
                <a:spcPts val="320"/>
              </a:spcBef>
              <a:spcAft>
                <a:spcPts val="0"/>
              </a:spcAft>
              <a:buClr>
                <a:schemeClr val="dk1"/>
              </a:buClr>
              <a:buSzPts val="1600"/>
              <a:buChar char="•"/>
              <a:defRPr sz="1600"/>
            </a:lvl7pPr>
            <a:lvl8pPr marL="3657600" lvl="7" indent="-330200" algn="l">
              <a:lnSpc>
                <a:spcPct val="100000"/>
              </a:lnSpc>
              <a:spcBef>
                <a:spcPts val="320"/>
              </a:spcBef>
              <a:spcAft>
                <a:spcPts val="0"/>
              </a:spcAft>
              <a:buClr>
                <a:schemeClr val="dk1"/>
              </a:buClr>
              <a:buSzPts val="1600"/>
              <a:buChar char="•"/>
              <a:defRPr sz="1600"/>
            </a:lvl8pPr>
            <a:lvl9pPr marL="4114800" lvl="8" indent="-330200" algn="l">
              <a:lnSpc>
                <a:spcPct val="100000"/>
              </a:lnSpc>
              <a:spcBef>
                <a:spcPts val="320"/>
              </a:spcBef>
              <a:spcAft>
                <a:spcPts val="0"/>
              </a:spcAft>
              <a:buClr>
                <a:schemeClr val="dk1"/>
              </a:buClr>
              <a:buSzPts val="1600"/>
              <a:buChar char="•"/>
              <a:defRPr sz="1600"/>
            </a:lvl9pPr>
          </a:lstStyle>
          <a:p/>
        </p:txBody>
      </p:sp>
      <p:sp>
        <p:nvSpPr>
          <p:cNvPr id="44" name="Google Shape;44;p17"/>
          <p:cNvSpPr txBox="1"/>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480"/>
              </a:spcBef>
              <a:spcAft>
                <a:spcPts val="0"/>
              </a:spcAft>
              <a:buClr>
                <a:schemeClr val="dk1"/>
              </a:buClr>
              <a:buSzPts val="2400"/>
              <a:buNone/>
              <a:defRPr sz="2400" b="1"/>
            </a:lvl1pPr>
            <a:lvl2pPr marL="914400" lvl="1" indent="-228600" algn="l">
              <a:lnSpc>
                <a:spcPct val="100000"/>
              </a:lnSpc>
              <a:spcBef>
                <a:spcPts val="400"/>
              </a:spcBef>
              <a:spcAft>
                <a:spcPts val="0"/>
              </a:spcAft>
              <a:buClr>
                <a:schemeClr val="dk1"/>
              </a:buClr>
              <a:buSzPts val="2000"/>
              <a:buNone/>
              <a:defRPr sz="2000" b="1"/>
            </a:lvl2pPr>
            <a:lvl3pPr marL="1371600" lvl="2" indent="-228600" algn="l">
              <a:lnSpc>
                <a:spcPct val="100000"/>
              </a:lnSpc>
              <a:spcBef>
                <a:spcPts val="360"/>
              </a:spcBef>
              <a:spcAft>
                <a:spcPts val="0"/>
              </a:spcAft>
              <a:buClr>
                <a:schemeClr val="dk1"/>
              </a:buClr>
              <a:buSzPts val="1800"/>
              <a:buNone/>
              <a:defRPr sz="1800" b="1"/>
            </a:lvl3pPr>
            <a:lvl4pPr marL="1828800" lvl="3" indent="-228600" algn="l">
              <a:lnSpc>
                <a:spcPct val="100000"/>
              </a:lnSpc>
              <a:spcBef>
                <a:spcPts val="320"/>
              </a:spcBef>
              <a:spcAft>
                <a:spcPts val="0"/>
              </a:spcAft>
              <a:buClr>
                <a:schemeClr val="dk1"/>
              </a:buClr>
              <a:buSzPts val="1600"/>
              <a:buNone/>
              <a:defRPr sz="1600" b="1"/>
            </a:lvl4pPr>
            <a:lvl5pPr marL="2286000" lvl="4" indent="-228600" algn="l">
              <a:lnSpc>
                <a:spcPct val="100000"/>
              </a:lnSpc>
              <a:spcBef>
                <a:spcPts val="320"/>
              </a:spcBef>
              <a:spcAft>
                <a:spcPts val="0"/>
              </a:spcAft>
              <a:buClr>
                <a:schemeClr val="dk1"/>
              </a:buClr>
              <a:buSzPts val="1600"/>
              <a:buNone/>
              <a:defRPr sz="1600" b="1"/>
            </a:lvl5pPr>
            <a:lvl6pPr marL="2743200" lvl="5" indent="-228600" algn="l">
              <a:lnSpc>
                <a:spcPct val="100000"/>
              </a:lnSpc>
              <a:spcBef>
                <a:spcPts val="320"/>
              </a:spcBef>
              <a:spcAft>
                <a:spcPts val="0"/>
              </a:spcAft>
              <a:buClr>
                <a:schemeClr val="dk1"/>
              </a:buClr>
              <a:buSzPts val="1600"/>
              <a:buNone/>
              <a:defRPr sz="1600" b="1"/>
            </a:lvl6pPr>
            <a:lvl7pPr marL="3200400" lvl="6" indent="-228600" algn="l">
              <a:lnSpc>
                <a:spcPct val="100000"/>
              </a:lnSpc>
              <a:spcBef>
                <a:spcPts val="320"/>
              </a:spcBef>
              <a:spcAft>
                <a:spcPts val="0"/>
              </a:spcAft>
              <a:buClr>
                <a:schemeClr val="dk1"/>
              </a:buClr>
              <a:buSzPts val="1600"/>
              <a:buNone/>
              <a:defRPr sz="1600" b="1"/>
            </a:lvl7pPr>
            <a:lvl8pPr marL="3657600" lvl="7" indent="-228600" algn="l">
              <a:lnSpc>
                <a:spcPct val="100000"/>
              </a:lnSpc>
              <a:spcBef>
                <a:spcPts val="320"/>
              </a:spcBef>
              <a:spcAft>
                <a:spcPts val="0"/>
              </a:spcAft>
              <a:buClr>
                <a:schemeClr val="dk1"/>
              </a:buClr>
              <a:buSzPts val="1600"/>
              <a:buNone/>
              <a:defRPr sz="1600" b="1"/>
            </a:lvl8pPr>
            <a:lvl9pPr marL="4114800" lvl="8" indent="-228600" algn="l">
              <a:lnSpc>
                <a:spcPct val="100000"/>
              </a:lnSpc>
              <a:spcBef>
                <a:spcPts val="320"/>
              </a:spcBef>
              <a:spcAft>
                <a:spcPts val="0"/>
              </a:spcAft>
              <a:buClr>
                <a:schemeClr val="dk1"/>
              </a:buClr>
              <a:buSzPts val="1600"/>
              <a:buNone/>
              <a:defRPr sz="1600" b="1"/>
            </a:lvl9pPr>
          </a:lstStyle>
          <a:p/>
        </p:txBody>
      </p:sp>
      <p:sp>
        <p:nvSpPr>
          <p:cNvPr id="45" name="Google Shape;45;p17"/>
          <p:cNvSpPr txBox="1"/>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lnSpc>
                <a:spcPct val="100000"/>
              </a:lnSpc>
              <a:spcBef>
                <a:spcPts val="480"/>
              </a:spcBef>
              <a:spcAft>
                <a:spcPts val="0"/>
              </a:spcAft>
              <a:buClr>
                <a:schemeClr val="dk1"/>
              </a:buClr>
              <a:buSzPts val="2400"/>
              <a:buChar char="•"/>
              <a:defRPr sz="2400"/>
            </a:lvl1pPr>
            <a:lvl2pPr marL="914400" lvl="1" indent="-355600" algn="l">
              <a:lnSpc>
                <a:spcPct val="100000"/>
              </a:lnSpc>
              <a:spcBef>
                <a:spcPts val="400"/>
              </a:spcBef>
              <a:spcAft>
                <a:spcPts val="0"/>
              </a:spcAft>
              <a:buClr>
                <a:schemeClr val="dk1"/>
              </a:buClr>
              <a:buSzPts val="2000"/>
              <a:buChar char="–"/>
              <a:defRPr sz="2000"/>
            </a:lvl2pPr>
            <a:lvl3pPr marL="1371600" lvl="2" indent="-342900" algn="l">
              <a:lnSpc>
                <a:spcPct val="100000"/>
              </a:lnSpc>
              <a:spcBef>
                <a:spcPts val="360"/>
              </a:spcBef>
              <a:spcAft>
                <a:spcPts val="0"/>
              </a:spcAft>
              <a:buClr>
                <a:schemeClr val="dk1"/>
              </a:buClr>
              <a:buSzPts val="1800"/>
              <a:buChar char="•"/>
              <a:defRPr sz="1800"/>
            </a:lvl3pPr>
            <a:lvl4pPr marL="1828800" lvl="3" indent="-330200" algn="l">
              <a:lnSpc>
                <a:spcPct val="100000"/>
              </a:lnSpc>
              <a:spcBef>
                <a:spcPts val="320"/>
              </a:spcBef>
              <a:spcAft>
                <a:spcPts val="0"/>
              </a:spcAft>
              <a:buClr>
                <a:schemeClr val="dk1"/>
              </a:buClr>
              <a:buSzPts val="1600"/>
              <a:buChar char="–"/>
              <a:defRPr sz="1600"/>
            </a:lvl4pPr>
            <a:lvl5pPr marL="2286000" lvl="4" indent="-330200" algn="l">
              <a:lnSpc>
                <a:spcPct val="100000"/>
              </a:lnSpc>
              <a:spcBef>
                <a:spcPts val="320"/>
              </a:spcBef>
              <a:spcAft>
                <a:spcPts val="0"/>
              </a:spcAft>
              <a:buClr>
                <a:schemeClr val="dk1"/>
              </a:buClr>
              <a:buSzPts val="1600"/>
              <a:buChar char="»"/>
              <a:defRPr sz="1600"/>
            </a:lvl5pPr>
            <a:lvl6pPr marL="2743200" lvl="5" indent="-330200" algn="l">
              <a:lnSpc>
                <a:spcPct val="100000"/>
              </a:lnSpc>
              <a:spcBef>
                <a:spcPts val="320"/>
              </a:spcBef>
              <a:spcAft>
                <a:spcPts val="0"/>
              </a:spcAft>
              <a:buClr>
                <a:schemeClr val="dk1"/>
              </a:buClr>
              <a:buSzPts val="1600"/>
              <a:buChar char="•"/>
              <a:defRPr sz="1600"/>
            </a:lvl6pPr>
            <a:lvl7pPr marL="3200400" lvl="6" indent="-330200" algn="l">
              <a:lnSpc>
                <a:spcPct val="100000"/>
              </a:lnSpc>
              <a:spcBef>
                <a:spcPts val="320"/>
              </a:spcBef>
              <a:spcAft>
                <a:spcPts val="0"/>
              </a:spcAft>
              <a:buClr>
                <a:schemeClr val="dk1"/>
              </a:buClr>
              <a:buSzPts val="1600"/>
              <a:buChar char="•"/>
              <a:defRPr sz="1600"/>
            </a:lvl7pPr>
            <a:lvl8pPr marL="3657600" lvl="7" indent="-330200" algn="l">
              <a:lnSpc>
                <a:spcPct val="100000"/>
              </a:lnSpc>
              <a:spcBef>
                <a:spcPts val="320"/>
              </a:spcBef>
              <a:spcAft>
                <a:spcPts val="0"/>
              </a:spcAft>
              <a:buClr>
                <a:schemeClr val="dk1"/>
              </a:buClr>
              <a:buSzPts val="1600"/>
              <a:buChar char="•"/>
              <a:defRPr sz="1600"/>
            </a:lvl8pPr>
            <a:lvl9pPr marL="4114800" lvl="8" indent="-330200" algn="l">
              <a:lnSpc>
                <a:spcPct val="100000"/>
              </a:lnSpc>
              <a:spcBef>
                <a:spcPts val="320"/>
              </a:spcBef>
              <a:spcAft>
                <a:spcPts val="0"/>
              </a:spcAft>
              <a:buClr>
                <a:schemeClr val="dk1"/>
              </a:buClr>
              <a:buSzPts val="1600"/>
              <a:buChar char="•"/>
              <a:defRPr sz="1600"/>
            </a:lvl9pPr>
          </a:lstStyle>
          <a:p/>
        </p:txBody>
      </p:sp>
      <p:sp>
        <p:nvSpPr>
          <p:cNvPr id="46" name="Google Shape;46;p17"/>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17"/>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17"/>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matchingName="Title Only">
  <p:cSld name="TITLE_ONLY">
    <p:spTree>
      <p:nvGrpSpPr>
        <p:cNvPr id="49" name="Shape 49"/>
        <p:cNvGrpSpPr/>
        <p:nvPr/>
      </p:nvGrpSpPr>
      <p:grpSpPr>
        <a:xfrm>
          <a:off x="0" y="0"/>
          <a:ext cx="0" cy="0"/>
          <a:chOff x="0" y="0"/>
          <a:chExt cx="0" cy="0"/>
        </a:xfrm>
      </p:grpSpPr>
      <p:sp>
        <p:nvSpPr>
          <p:cNvPr id="50" name="Google Shape;50;p18"/>
          <p:cNvSpPr txBox="1"/>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18"/>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18"/>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18"/>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matchingName="Content with Caption">
  <p:cSld name="OBJECT_WITH_CAPTION_TEXT">
    <p:spTree>
      <p:nvGrpSpPr>
        <p:cNvPr id="54" name="Shape 54"/>
        <p:cNvGrpSpPr/>
        <p:nvPr/>
      </p:nvGrpSpPr>
      <p:grpSpPr>
        <a:xfrm>
          <a:off x="0" y="0"/>
          <a:ext cx="0" cy="0"/>
          <a:chOff x="0" y="0"/>
          <a:chExt cx="0" cy="0"/>
        </a:xfrm>
      </p:grpSpPr>
      <p:sp>
        <p:nvSpPr>
          <p:cNvPr id="55" name="Google Shape;55;p19"/>
          <p:cNvSpPr txBox="1"/>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dk1"/>
              </a:buClr>
              <a:buSzPts val="2000"/>
              <a:buFont typeface="Calibri"/>
              <a:buNone/>
              <a:defRPr sz="2000" b="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19"/>
          <p:cNvSpPr txBox="1"/>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lnSpc>
                <a:spcPct val="100000"/>
              </a:lnSpc>
              <a:spcBef>
                <a:spcPts val="640"/>
              </a:spcBef>
              <a:spcAft>
                <a:spcPts val="0"/>
              </a:spcAft>
              <a:buClr>
                <a:schemeClr val="dk1"/>
              </a:buClr>
              <a:buSzPts val="3200"/>
              <a:buChar char="•"/>
              <a:defRPr sz="3200"/>
            </a:lvl1pPr>
            <a:lvl2pPr marL="914400" lvl="1" indent="-406400" algn="l">
              <a:lnSpc>
                <a:spcPct val="100000"/>
              </a:lnSpc>
              <a:spcBef>
                <a:spcPts val="560"/>
              </a:spcBef>
              <a:spcAft>
                <a:spcPts val="0"/>
              </a:spcAft>
              <a:buClr>
                <a:schemeClr val="dk1"/>
              </a:buClr>
              <a:buSzPts val="2800"/>
              <a:buChar char="–"/>
              <a:defRPr sz="2800"/>
            </a:lvl2pPr>
            <a:lvl3pPr marL="1371600" lvl="2" indent="-381000" algn="l">
              <a:lnSpc>
                <a:spcPct val="100000"/>
              </a:lnSpc>
              <a:spcBef>
                <a:spcPts val="480"/>
              </a:spcBef>
              <a:spcAft>
                <a:spcPts val="0"/>
              </a:spcAft>
              <a:buClr>
                <a:schemeClr val="dk1"/>
              </a:buClr>
              <a:buSzPts val="2400"/>
              <a:buChar char="•"/>
              <a:defRPr sz="2400"/>
            </a:lvl3pPr>
            <a:lvl4pPr marL="1828800" lvl="3" indent="-355600" algn="l">
              <a:lnSpc>
                <a:spcPct val="100000"/>
              </a:lnSpc>
              <a:spcBef>
                <a:spcPts val="400"/>
              </a:spcBef>
              <a:spcAft>
                <a:spcPts val="0"/>
              </a:spcAft>
              <a:buClr>
                <a:schemeClr val="dk1"/>
              </a:buClr>
              <a:buSzPts val="2000"/>
              <a:buChar char="–"/>
              <a:defRPr sz="2000"/>
            </a:lvl4pPr>
            <a:lvl5pPr marL="2286000" lvl="4" indent="-355600" algn="l">
              <a:lnSpc>
                <a:spcPct val="100000"/>
              </a:lnSpc>
              <a:spcBef>
                <a:spcPts val="400"/>
              </a:spcBef>
              <a:spcAft>
                <a:spcPts val="0"/>
              </a:spcAft>
              <a:buClr>
                <a:schemeClr val="dk1"/>
              </a:buClr>
              <a:buSzPts val="2000"/>
              <a:buChar char="»"/>
              <a:defRPr sz="2000"/>
            </a:lvl5pPr>
            <a:lvl6pPr marL="2743200" lvl="5" indent="-355600" algn="l">
              <a:lnSpc>
                <a:spcPct val="100000"/>
              </a:lnSpc>
              <a:spcBef>
                <a:spcPts val="400"/>
              </a:spcBef>
              <a:spcAft>
                <a:spcPts val="0"/>
              </a:spcAft>
              <a:buClr>
                <a:schemeClr val="dk1"/>
              </a:buClr>
              <a:buSzPts val="2000"/>
              <a:buChar char="•"/>
              <a:defRPr sz="2000"/>
            </a:lvl6pPr>
            <a:lvl7pPr marL="3200400" lvl="6" indent="-355600" algn="l">
              <a:lnSpc>
                <a:spcPct val="100000"/>
              </a:lnSpc>
              <a:spcBef>
                <a:spcPts val="400"/>
              </a:spcBef>
              <a:spcAft>
                <a:spcPts val="0"/>
              </a:spcAft>
              <a:buClr>
                <a:schemeClr val="dk1"/>
              </a:buClr>
              <a:buSzPts val="2000"/>
              <a:buChar char="•"/>
              <a:defRPr sz="2000"/>
            </a:lvl7pPr>
            <a:lvl8pPr marL="3657600" lvl="7" indent="-355600" algn="l">
              <a:lnSpc>
                <a:spcPct val="100000"/>
              </a:lnSpc>
              <a:spcBef>
                <a:spcPts val="400"/>
              </a:spcBef>
              <a:spcAft>
                <a:spcPts val="0"/>
              </a:spcAft>
              <a:buClr>
                <a:schemeClr val="dk1"/>
              </a:buClr>
              <a:buSzPts val="2000"/>
              <a:buChar char="•"/>
              <a:defRPr sz="2000"/>
            </a:lvl8pPr>
            <a:lvl9pPr marL="4114800" lvl="8" indent="-355600" algn="l">
              <a:lnSpc>
                <a:spcPct val="100000"/>
              </a:lnSpc>
              <a:spcBef>
                <a:spcPts val="400"/>
              </a:spcBef>
              <a:spcAft>
                <a:spcPts val="0"/>
              </a:spcAft>
              <a:buClr>
                <a:schemeClr val="dk1"/>
              </a:buClr>
              <a:buSzPts val="2000"/>
              <a:buChar char="•"/>
              <a:defRPr sz="2000"/>
            </a:lvl9pPr>
          </a:lstStyle>
          <a:p/>
        </p:txBody>
      </p:sp>
      <p:sp>
        <p:nvSpPr>
          <p:cNvPr id="57" name="Google Shape;57;p19"/>
          <p:cNvSpPr txBox="1"/>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280"/>
              </a:spcBef>
              <a:spcAft>
                <a:spcPts val="0"/>
              </a:spcAft>
              <a:buClr>
                <a:schemeClr val="dk1"/>
              </a:buClr>
              <a:buSzPts val="1400"/>
              <a:buNone/>
              <a:defRPr sz="1400"/>
            </a:lvl1pPr>
            <a:lvl2pPr marL="914400" lvl="1" indent="-228600" algn="l">
              <a:lnSpc>
                <a:spcPct val="100000"/>
              </a:lnSpc>
              <a:spcBef>
                <a:spcPts val="240"/>
              </a:spcBef>
              <a:spcAft>
                <a:spcPts val="0"/>
              </a:spcAft>
              <a:buClr>
                <a:schemeClr val="dk1"/>
              </a:buClr>
              <a:buSzPts val="1200"/>
              <a:buNone/>
              <a:defRPr sz="1200"/>
            </a:lvl2pPr>
            <a:lvl3pPr marL="1371600" lvl="2" indent="-228600" algn="l">
              <a:lnSpc>
                <a:spcPct val="100000"/>
              </a:lnSpc>
              <a:spcBef>
                <a:spcPts val="200"/>
              </a:spcBef>
              <a:spcAft>
                <a:spcPts val="0"/>
              </a:spcAft>
              <a:buClr>
                <a:schemeClr val="dk1"/>
              </a:buClr>
              <a:buSzPts val="1000"/>
              <a:buNone/>
              <a:defRPr sz="1000"/>
            </a:lvl3pPr>
            <a:lvl4pPr marL="1828800" lvl="3" indent="-228600" algn="l">
              <a:lnSpc>
                <a:spcPct val="100000"/>
              </a:lnSpc>
              <a:spcBef>
                <a:spcPts val="180"/>
              </a:spcBef>
              <a:spcAft>
                <a:spcPts val="0"/>
              </a:spcAft>
              <a:buClr>
                <a:schemeClr val="dk1"/>
              </a:buClr>
              <a:buSzPts val="900"/>
              <a:buNone/>
              <a:defRPr sz="900"/>
            </a:lvl4pPr>
            <a:lvl5pPr marL="2286000" lvl="4" indent="-228600" algn="l">
              <a:lnSpc>
                <a:spcPct val="100000"/>
              </a:lnSpc>
              <a:spcBef>
                <a:spcPts val="180"/>
              </a:spcBef>
              <a:spcAft>
                <a:spcPts val="0"/>
              </a:spcAft>
              <a:buClr>
                <a:schemeClr val="dk1"/>
              </a:buClr>
              <a:buSzPts val="900"/>
              <a:buNone/>
              <a:defRPr sz="900"/>
            </a:lvl5pPr>
            <a:lvl6pPr marL="2743200" lvl="5" indent="-228600" algn="l">
              <a:lnSpc>
                <a:spcPct val="100000"/>
              </a:lnSpc>
              <a:spcBef>
                <a:spcPts val="180"/>
              </a:spcBef>
              <a:spcAft>
                <a:spcPts val="0"/>
              </a:spcAft>
              <a:buClr>
                <a:schemeClr val="dk1"/>
              </a:buClr>
              <a:buSzPts val="900"/>
              <a:buNone/>
              <a:defRPr sz="900"/>
            </a:lvl6pPr>
            <a:lvl7pPr marL="3200400" lvl="6" indent="-228600" algn="l">
              <a:lnSpc>
                <a:spcPct val="100000"/>
              </a:lnSpc>
              <a:spcBef>
                <a:spcPts val="180"/>
              </a:spcBef>
              <a:spcAft>
                <a:spcPts val="0"/>
              </a:spcAft>
              <a:buClr>
                <a:schemeClr val="dk1"/>
              </a:buClr>
              <a:buSzPts val="900"/>
              <a:buNone/>
              <a:defRPr sz="900"/>
            </a:lvl7pPr>
            <a:lvl8pPr marL="3657600" lvl="7" indent="-228600" algn="l">
              <a:lnSpc>
                <a:spcPct val="100000"/>
              </a:lnSpc>
              <a:spcBef>
                <a:spcPts val="180"/>
              </a:spcBef>
              <a:spcAft>
                <a:spcPts val="0"/>
              </a:spcAft>
              <a:buClr>
                <a:schemeClr val="dk1"/>
              </a:buClr>
              <a:buSzPts val="900"/>
              <a:buNone/>
              <a:defRPr sz="900"/>
            </a:lvl8pPr>
            <a:lvl9pPr marL="4114800" lvl="8" indent="-228600" algn="l">
              <a:lnSpc>
                <a:spcPct val="100000"/>
              </a:lnSpc>
              <a:spcBef>
                <a:spcPts val="180"/>
              </a:spcBef>
              <a:spcAft>
                <a:spcPts val="0"/>
              </a:spcAft>
              <a:buClr>
                <a:schemeClr val="dk1"/>
              </a:buClr>
              <a:buSzPts val="900"/>
              <a:buNone/>
              <a:defRPr sz="900"/>
            </a:lvl9pPr>
          </a:lstStyle>
          <a:p/>
        </p:txBody>
      </p:sp>
      <p:sp>
        <p:nvSpPr>
          <p:cNvPr id="58" name="Google Shape;58;p19"/>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19"/>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19"/>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matchingName="Picture with Caption">
  <p:cSld name="PICTURE_WITH_CAPTION_TEXT">
    <p:spTree>
      <p:nvGrpSpPr>
        <p:cNvPr id="61" name="Shape 61"/>
        <p:cNvGrpSpPr/>
        <p:nvPr/>
      </p:nvGrpSpPr>
      <p:grpSpPr>
        <a:xfrm>
          <a:off x="0" y="0"/>
          <a:ext cx="0" cy="0"/>
          <a:chOff x="0" y="0"/>
          <a:chExt cx="0" cy="0"/>
        </a:xfrm>
      </p:grpSpPr>
      <p:sp>
        <p:nvSpPr>
          <p:cNvPr id="62" name="Google Shape;62;p20"/>
          <p:cNvSpPr txBox="1"/>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dk1"/>
              </a:buClr>
              <a:buSzPts val="2000"/>
              <a:buFont typeface="Calibri"/>
              <a:buNone/>
              <a:defRPr sz="2000" b="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20"/>
          <p:cNvSpPr/>
          <p:nvPr>
            <p:ph type="pic" idx="2"/>
          </p:nvPr>
        </p:nvSpPr>
        <p:spPr>
          <a:xfrm>
            <a:off x="1792288" y="612775"/>
            <a:ext cx="5486400" cy="4114800"/>
          </a:xfrm>
          <a:prstGeom prst="rect">
            <a:avLst/>
          </a:prstGeom>
          <a:noFill/>
          <a:ln>
            <a:noFill/>
          </a:ln>
        </p:spPr>
      </p:sp>
      <p:sp>
        <p:nvSpPr>
          <p:cNvPr id="64" name="Google Shape;64;p20"/>
          <p:cNvSpPr txBox="1"/>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280"/>
              </a:spcBef>
              <a:spcAft>
                <a:spcPts val="0"/>
              </a:spcAft>
              <a:buClr>
                <a:schemeClr val="dk1"/>
              </a:buClr>
              <a:buSzPts val="1400"/>
              <a:buNone/>
              <a:defRPr sz="1400"/>
            </a:lvl1pPr>
            <a:lvl2pPr marL="914400" lvl="1" indent="-228600" algn="l">
              <a:lnSpc>
                <a:spcPct val="100000"/>
              </a:lnSpc>
              <a:spcBef>
                <a:spcPts val="240"/>
              </a:spcBef>
              <a:spcAft>
                <a:spcPts val="0"/>
              </a:spcAft>
              <a:buClr>
                <a:schemeClr val="dk1"/>
              </a:buClr>
              <a:buSzPts val="1200"/>
              <a:buNone/>
              <a:defRPr sz="1200"/>
            </a:lvl2pPr>
            <a:lvl3pPr marL="1371600" lvl="2" indent="-228600" algn="l">
              <a:lnSpc>
                <a:spcPct val="100000"/>
              </a:lnSpc>
              <a:spcBef>
                <a:spcPts val="200"/>
              </a:spcBef>
              <a:spcAft>
                <a:spcPts val="0"/>
              </a:spcAft>
              <a:buClr>
                <a:schemeClr val="dk1"/>
              </a:buClr>
              <a:buSzPts val="1000"/>
              <a:buNone/>
              <a:defRPr sz="1000"/>
            </a:lvl3pPr>
            <a:lvl4pPr marL="1828800" lvl="3" indent="-228600" algn="l">
              <a:lnSpc>
                <a:spcPct val="100000"/>
              </a:lnSpc>
              <a:spcBef>
                <a:spcPts val="180"/>
              </a:spcBef>
              <a:spcAft>
                <a:spcPts val="0"/>
              </a:spcAft>
              <a:buClr>
                <a:schemeClr val="dk1"/>
              </a:buClr>
              <a:buSzPts val="900"/>
              <a:buNone/>
              <a:defRPr sz="900"/>
            </a:lvl4pPr>
            <a:lvl5pPr marL="2286000" lvl="4" indent="-228600" algn="l">
              <a:lnSpc>
                <a:spcPct val="100000"/>
              </a:lnSpc>
              <a:spcBef>
                <a:spcPts val="180"/>
              </a:spcBef>
              <a:spcAft>
                <a:spcPts val="0"/>
              </a:spcAft>
              <a:buClr>
                <a:schemeClr val="dk1"/>
              </a:buClr>
              <a:buSzPts val="900"/>
              <a:buNone/>
              <a:defRPr sz="900"/>
            </a:lvl5pPr>
            <a:lvl6pPr marL="2743200" lvl="5" indent="-228600" algn="l">
              <a:lnSpc>
                <a:spcPct val="100000"/>
              </a:lnSpc>
              <a:spcBef>
                <a:spcPts val="180"/>
              </a:spcBef>
              <a:spcAft>
                <a:spcPts val="0"/>
              </a:spcAft>
              <a:buClr>
                <a:schemeClr val="dk1"/>
              </a:buClr>
              <a:buSzPts val="900"/>
              <a:buNone/>
              <a:defRPr sz="900"/>
            </a:lvl6pPr>
            <a:lvl7pPr marL="3200400" lvl="6" indent="-228600" algn="l">
              <a:lnSpc>
                <a:spcPct val="100000"/>
              </a:lnSpc>
              <a:spcBef>
                <a:spcPts val="180"/>
              </a:spcBef>
              <a:spcAft>
                <a:spcPts val="0"/>
              </a:spcAft>
              <a:buClr>
                <a:schemeClr val="dk1"/>
              </a:buClr>
              <a:buSzPts val="900"/>
              <a:buNone/>
              <a:defRPr sz="900"/>
            </a:lvl7pPr>
            <a:lvl8pPr marL="3657600" lvl="7" indent="-228600" algn="l">
              <a:lnSpc>
                <a:spcPct val="100000"/>
              </a:lnSpc>
              <a:spcBef>
                <a:spcPts val="180"/>
              </a:spcBef>
              <a:spcAft>
                <a:spcPts val="0"/>
              </a:spcAft>
              <a:buClr>
                <a:schemeClr val="dk1"/>
              </a:buClr>
              <a:buSzPts val="900"/>
              <a:buNone/>
              <a:defRPr sz="900"/>
            </a:lvl8pPr>
            <a:lvl9pPr marL="4114800" lvl="8" indent="-228600" algn="l">
              <a:lnSpc>
                <a:spcPct val="100000"/>
              </a:lnSpc>
              <a:spcBef>
                <a:spcPts val="180"/>
              </a:spcBef>
              <a:spcAft>
                <a:spcPts val="0"/>
              </a:spcAft>
              <a:buClr>
                <a:schemeClr val="dk1"/>
              </a:buClr>
              <a:buSzPts val="900"/>
              <a:buNone/>
              <a:defRPr sz="900"/>
            </a:lvl9pPr>
          </a:lstStyle>
          <a:p/>
        </p:txBody>
      </p:sp>
      <p:sp>
        <p:nvSpPr>
          <p:cNvPr id="65" name="Google Shape;65;p20"/>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20"/>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20"/>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matchingName="Title and Vertical Text">
  <p:cSld name="VERTICAL_TEXT">
    <p:spTree>
      <p:nvGrpSpPr>
        <p:cNvPr id="68" name="Shape 68"/>
        <p:cNvGrpSpPr/>
        <p:nvPr/>
      </p:nvGrpSpPr>
      <p:grpSpPr>
        <a:xfrm>
          <a:off x="0" y="0"/>
          <a:ext cx="0" cy="0"/>
          <a:chOff x="0" y="0"/>
          <a:chExt cx="0" cy="0"/>
        </a:xfrm>
      </p:grpSpPr>
      <p:sp>
        <p:nvSpPr>
          <p:cNvPr id="69" name="Google Shape;69;p21"/>
          <p:cNvSpPr txBox="1"/>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21"/>
          <p:cNvSpPr txBox="1"/>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p:txBody>
      </p:sp>
      <p:sp>
        <p:nvSpPr>
          <p:cNvPr id="71" name="Google Shape;71;p21"/>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21"/>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21"/>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matchingName="Vertical Title and Text">
  <p:cSld name="VERTICAL_TITLE_AND_VERTICAL_TEXT">
    <p:spTree>
      <p:nvGrpSpPr>
        <p:cNvPr id="74" name="Shape 74"/>
        <p:cNvGrpSpPr/>
        <p:nvPr/>
      </p:nvGrpSpPr>
      <p:grpSpPr>
        <a:xfrm>
          <a:off x="0" y="0"/>
          <a:ext cx="0" cy="0"/>
          <a:chOff x="0" y="0"/>
          <a:chExt cx="0" cy="0"/>
        </a:xfrm>
      </p:grpSpPr>
      <p:sp>
        <p:nvSpPr>
          <p:cNvPr id="75" name="Google Shape;75;p22"/>
          <p:cNvSpPr txBox="1"/>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22"/>
          <p:cNvSpPr txBox="1"/>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p:txBody>
      </p:sp>
      <p:sp>
        <p:nvSpPr>
          <p:cNvPr id="77" name="Google Shape;77;p22"/>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22"/>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22"/>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5" name="Shape 5"/>
        <p:cNvGrpSpPr/>
        <p:nvPr/>
      </p:nvGrpSpPr>
      <p:grpSpPr>
        <a:xfrm>
          <a:off x="0" y="0"/>
          <a:ext cx="0" cy="0"/>
          <a:chOff x="0" y="0"/>
          <a:chExt cx="0" cy="0"/>
        </a:xfrm>
      </p:grpSpPr>
      <p:sp>
        <p:nvSpPr>
          <p:cNvPr id="6" name="Google Shape;6;p11"/>
          <p:cNvSpPr txBox="1"/>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lnSpc>
                <a:spcPct val="10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panose="020B0604020202090204"/>
              <a:buNone/>
              <a:defRPr sz="18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SzPts val="1400"/>
              <a:buFont typeface="Arial" panose="020B0604020202090204"/>
              <a:buNone/>
              <a:defRPr sz="18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SzPts val="1400"/>
              <a:buFont typeface="Arial" panose="020B0604020202090204"/>
              <a:buNone/>
              <a:defRPr sz="18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SzPts val="1400"/>
              <a:buFont typeface="Arial" panose="020B0604020202090204"/>
              <a:buNone/>
              <a:defRPr sz="18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SzPts val="1400"/>
              <a:buFont typeface="Arial" panose="020B0604020202090204"/>
              <a:buNone/>
              <a:defRPr sz="18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SzPts val="1400"/>
              <a:buFont typeface="Arial" panose="020B0604020202090204"/>
              <a:buNone/>
              <a:defRPr sz="18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SzPts val="1400"/>
              <a:buFont typeface="Arial" panose="020B0604020202090204"/>
              <a:buNone/>
              <a:defRPr sz="18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SzPts val="1400"/>
              <a:buFont typeface="Arial" panose="020B0604020202090204"/>
              <a:buNone/>
              <a:defRPr sz="18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a:lstStyle>
          <a:p/>
        </p:txBody>
      </p:sp>
      <p:sp>
        <p:nvSpPr>
          <p:cNvPr id="7" name="Google Shape;7;p11"/>
          <p:cNvSpPr txBox="1"/>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lnSpc>
                <a:spcPct val="100000"/>
              </a:lnSpc>
              <a:spcBef>
                <a:spcPts val="640"/>
              </a:spcBef>
              <a:spcAft>
                <a:spcPts val="0"/>
              </a:spcAft>
              <a:buClr>
                <a:schemeClr val="dk1"/>
              </a:buClr>
              <a:buSzPts val="3200"/>
              <a:buFont typeface="Arial" panose="020B0604020202090204"/>
              <a:buChar char="•"/>
              <a:defRPr sz="3200" b="0" i="0" u="none" strike="noStrike" cap="none">
                <a:solidFill>
                  <a:schemeClr val="dk1"/>
                </a:solidFill>
                <a:latin typeface="Calibri"/>
                <a:ea typeface="Calibri"/>
                <a:cs typeface="Calibri"/>
                <a:sym typeface="Calibri"/>
              </a:defRPr>
            </a:lvl1pPr>
            <a:lvl2pPr marL="914400" marR="0" lvl="1" indent="-406400" algn="l" rtl="0">
              <a:lnSpc>
                <a:spcPct val="100000"/>
              </a:lnSpc>
              <a:spcBef>
                <a:spcPts val="560"/>
              </a:spcBef>
              <a:spcAft>
                <a:spcPts val="0"/>
              </a:spcAft>
              <a:buClr>
                <a:schemeClr val="dk1"/>
              </a:buClr>
              <a:buSzPts val="2800"/>
              <a:buFont typeface="Arial" panose="020B0604020202090204"/>
              <a:buChar char="–"/>
              <a:defRPr sz="2800" b="0" i="0" u="none" strike="noStrike" cap="none">
                <a:solidFill>
                  <a:schemeClr val="dk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dk1"/>
              </a:buClr>
              <a:buSzPts val="2400"/>
              <a:buFont typeface="Arial" panose="020B0604020202090204"/>
              <a:buChar char="•"/>
              <a:defRPr sz="2400" b="0" i="0" u="none" strike="noStrike" cap="none">
                <a:solidFill>
                  <a:schemeClr val="dk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dk1"/>
              </a:buClr>
              <a:buSzPts val="2000"/>
              <a:buFont typeface="Arial" panose="020B0604020202090204"/>
              <a:buChar char="–"/>
              <a:defRPr sz="2000" b="0" i="0" u="none" strike="noStrike" cap="none">
                <a:solidFill>
                  <a:schemeClr val="dk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dk1"/>
              </a:buClr>
              <a:buSzPts val="2000"/>
              <a:buFont typeface="Arial" panose="020B0604020202090204"/>
              <a:buChar char="»"/>
              <a:defRPr sz="20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panose="020B0604020202090204"/>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panose="020B0604020202090204"/>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panose="020B0604020202090204"/>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panose="020B0604020202090204"/>
              <a:buChar char="•"/>
              <a:defRPr sz="2000" b="0" i="0" u="none" strike="noStrike" cap="none">
                <a:solidFill>
                  <a:schemeClr val="dk1"/>
                </a:solidFill>
                <a:latin typeface="Calibri"/>
                <a:ea typeface="Calibri"/>
                <a:cs typeface="Calibri"/>
                <a:sym typeface="Calibri"/>
              </a:defRPr>
            </a:lvl9pPr>
          </a:lstStyle>
          <a:p/>
        </p:txBody>
      </p:sp>
      <p:sp>
        <p:nvSpPr>
          <p:cNvPr id="8" name="Google Shape;8;p11"/>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panose="020B0604020202090204"/>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panose="020B0604020202090204"/>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panose="020B0604020202090204"/>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panose="020B0604020202090204"/>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panose="020B0604020202090204"/>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panose="020B0604020202090204"/>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panose="020B0604020202090204"/>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panose="020B0604020202090204"/>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panose="020B0604020202090204"/>
              <a:buNone/>
              <a:defRPr sz="1800" b="0" i="0" u="none" strike="noStrike" cap="none">
                <a:solidFill>
                  <a:schemeClr val="dk1"/>
                </a:solidFill>
                <a:latin typeface="Calibri"/>
                <a:ea typeface="Calibri"/>
                <a:cs typeface="Calibri"/>
                <a:sym typeface="Calibri"/>
              </a:defRPr>
            </a:lvl9pPr>
          </a:lstStyle>
          <a:p/>
        </p:txBody>
      </p:sp>
      <p:sp>
        <p:nvSpPr>
          <p:cNvPr id="9" name="Google Shape;9;p11"/>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panose="020B0604020202090204"/>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panose="020B0604020202090204"/>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panose="020B0604020202090204"/>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panose="020B0604020202090204"/>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panose="020B0604020202090204"/>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panose="020B0604020202090204"/>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panose="020B0604020202090204"/>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panose="020B0604020202090204"/>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panose="020B0604020202090204"/>
              <a:buNone/>
              <a:defRPr sz="1800" b="0" i="0" u="none" strike="noStrike" cap="none">
                <a:solidFill>
                  <a:schemeClr val="dk1"/>
                </a:solidFill>
                <a:latin typeface="Calibri"/>
                <a:ea typeface="Calibri"/>
                <a:cs typeface="Calibri"/>
                <a:sym typeface="Calibri"/>
              </a:defRPr>
            </a:lvl9pPr>
          </a:lstStyle>
          <a:p/>
        </p:txBody>
      </p:sp>
      <p:sp>
        <p:nvSpPr>
          <p:cNvPr id="10" name="Google Shape;10;p11"/>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otherStyle>
  </p:txStyles>
</p:sldMaster>
</file>

<file path=ppt/slides/_rels/slide1.xml.rels><?xml version="1.0" encoding="UTF-8" standalone="yes"?>
<Relationships xmlns="http://schemas.openxmlformats.org/package/2006/relationships"><Relationship Id="rId6" Type="http://schemas.openxmlformats.org/officeDocument/2006/relationships/notesSlide" Target="../notesSlides/notesSlide1.xml"/><Relationship Id="rId5" Type="http://schemas.openxmlformats.org/officeDocument/2006/relationships/slideLayout" Target="../slideLayouts/slideLayout1.xml"/><Relationship Id="rId4" Type="http://schemas.openxmlformats.org/officeDocument/2006/relationships/image" Target="../media/image4.png"/><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4" Type="http://schemas.openxmlformats.org/officeDocument/2006/relationships/notesSlide" Target="../notesSlides/notesSlide2.xml"/><Relationship Id="rId3" Type="http://schemas.openxmlformats.org/officeDocument/2006/relationships/slideLayout" Target="../slideLayouts/slideLayout1.xml"/><Relationship Id="rId2" Type="http://schemas.openxmlformats.org/officeDocument/2006/relationships/image" Target="../media/image5.png"/><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5" Type="http://schemas.openxmlformats.org/officeDocument/2006/relationships/notesSlide" Target="../notesSlides/notesSlide3.xml"/><Relationship Id="rId4" Type="http://schemas.openxmlformats.org/officeDocument/2006/relationships/slideLayout" Target="../slideLayouts/slideLayout1.xml"/><Relationship Id="rId3" Type="http://schemas.openxmlformats.org/officeDocument/2006/relationships/image" Target="../media/image6.png"/><Relationship Id="rId2" Type="http://schemas.openxmlformats.org/officeDocument/2006/relationships/image" Target="../media/image2.png"/><Relationship Id="rId1" Type="http://schemas.openxmlformats.org/officeDocument/2006/relationships/image" Target="../media/image1.png"/></Relationships>
</file>

<file path=ppt/slides/_rels/slide4.xml.rels><?xml version="1.0" encoding="UTF-8" standalone="yes"?>
<Relationships xmlns="http://schemas.openxmlformats.org/package/2006/relationships"><Relationship Id="rId5" Type="http://schemas.openxmlformats.org/officeDocument/2006/relationships/notesSlide" Target="../notesSlides/notesSlide4.xml"/><Relationship Id="rId4" Type="http://schemas.openxmlformats.org/officeDocument/2006/relationships/slideLayout" Target="../slideLayouts/slideLayout1.xml"/><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image" Target="../media/image7.png"/></Relationships>
</file>

<file path=ppt/slides/_rels/slide5.xml.rels><?xml version="1.0" encoding="UTF-8" standalone="yes"?>
<Relationships xmlns="http://schemas.openxmlformats.org/package/2006/relationships"><Relationship Id="rId5" Type="http://schemas.openxmlformats.org/officeDocument/2006/relationships/notesSlide" Target="../notesSlides/notesSlide5.xml"/><Relationship Id="rId4" Type="http://schemas.openxmlformats.org/officeDocument/2006/relationships/slideLayout" Target="../slideLayouts/slideLayout1.xml"/><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image" Target="../media/image1.png"/></Relationships>
</file>

<file path=ppt/slides/_rels/slide6.xml.rels><?xml version="1.0" encoding="UTF-8" standalone="yes"?>
<Relationships xmlns="http://schemas.openxmlformats.org/package/2006/relationships"><Relationship Id="rId5" Type="http://schemas.openxmlformats.org/officeDocument/2006/relationships/notesSlide" Target="../notesSlides/notesSlide6.xml"/><Relationship Id="rId4" Type="http://schemas.openxmlformats.org/officeDocument/2006/relationships/slideLayout" Target="../slideLayouts/slideLayout1.xml"/><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image" Target="../media/image1.png"/></Relationships>
</file>

<file path=ppt/slides/_rels/slide7.xml.rels><?xml version="1.0" encoding="UTF-8" standalone="yes"?>
<Relationships xmlns="http://schemas.openxmlformats.org/package/2006/relationships"><Relationship Id="rId6" Type="http://schemas.openxmlformats.org/officeDocument/2006/relationships/notesSlide" Target="../notesSlides/notesSlide7.xml"/><Relationship Id="rId5" Type="http://schemas.openxmlformats.org/officeDocument/2006/relationships/slideLayout" Target="../slideLayouts/slideLayout1.xml"/><Relationship Id="rId4" Type="http://schemas.openxmlformats.org/officeDocument/2006/relationships/image" Target="../media/image16.png"/><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image" Target="../media/image1.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9.xml.rels><?xml version="1.0" encoding="UTF-8" standalone="yes"?>
<Relationships xmlns="http://schemas.openxmlformats.org/package/2006/relationships"><Relationship Id="rId8" Type="http://schemas.openxmlformats.org/officeDocument/2006/relationships/notesSlide" Target="../notesSlides/notesSlide9.xml"/><Relationship Id="rId7" Type="http://schemas.openxmlformats.org/officeDocument/2006/relationships/slideLayout" Target="../slideLayouts/slideLayout1.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5EC"/>
        </a:solidFill>
        <a:effectLst/>
      </p:bgPr>
    </p:bg>
    <p:spTree>
      <p:nvGrpSpPr>
        <p:cNvPr id="83" name="Shape 83"/>
        <p:cNvGrpSpPr/>
        <p:nvPr/>
      </p:nvGrpSpPr>
      <p:grpSpPr>
        <a:xfrm>
          <a:off x="0" y="0"/>
          <a:ext cx="0" cy="0"/>
          <a:chOff x="0" y="0"/>
          <a:chExt cx="0" cy="0"/>
        </a:xfrm>
      </p:grpSpPr>
      <p:sp>
        <p:nvSpPr>
          <p:cNvPr id="84" name="Google Shape;84;p1"/>
          <p:cNvSpPr/>
          <p:nvPr/>
        </p:nvSpPr>
        <p:spPr>
          <a:xfrm>
            <a:off x="-722887" y="-4247682"/>
            <a:ext cx="19258069" cy="19258069"/>
          </a:xfrm>
          <a:custGeom>
            <a:avLst/>
            <a:gdLst/>
            <a:ahLst/>
            <a:cxnLst/>
            <a:rect l="l" t="t" r="r" b="b"/>
            <a:pathLst>
              <a:path w="19258069" h="19258069" extrusionOk="0">
                <a:moveTo>
                  <a:pt x="0" y="0"/>
                </a:moveTo>
                <a:lnTo>
                  <a:pt x="19258069" y="0"/>
                </a:lnTo>
                <a:lnTo>
                  <a:pt x="19258069" y="19258069"/>
                </a:lnTo>
                <a:lnTo>
                  <a:pt x="0" y="19258069"/>
                </a:lnTo>
                <a:lnTo>
                  <a:pt x="0" y="0"/>
                </a:lnTo>
                <a:close/>
              </a:path>
            </a:pathLst>
          </a:custGeom>
          <a:blipFill rotWithShape="1">
            <a:blip r:embed="rId1">
              <a:alphaModFix amt="4000"/>
            </a:blip>
            <a:stretch>
              <a:fillRect/>
            </a:stretch>
          </a:blipFill>
          <a:ln>
            <a:noFill/>
          </a:ln>
        </p:spPr>
      </p:sp>
      <p:sp>
        <p:nvSpPr>
          <p:cNvPr id="85" name="Google Shape;85;p1"/>
          <p:cNvSpPr/>
          <p:nvPr/>
        </p:nvSpPr>
        <p:spPr>
          <a:xfrm>
            <a:off x="11218332" y="2731879"/>
            <a:ext cx="3701593" cy="4723610"/>
          </a:xfrm>
          <a:custGeom>
            <a:avLst/>
            <a:gdLst/>
            <a:ahLst/>
            <a:cxnLst/>
            <a:rect l="l" t="t" r="r" b="b"/>
            <a:pathLst>
              <a:path w="3701593" h="4723610" extrusionOk="0">
                <a:moveTo>
                  <a:pt x="0" y="0"/>
                </a:moveTo>
                <a:lnTo>
                  <a:pt x="3701593" y="0"/>
                </a:lnTo>
                <a:lnTo>
                  <a:pt x="3701593" y="4723610"/>
                </a:lnTo>
                <a:lnTo>
                  <a:pt x="0" y="4723610"/>
                </a:lnTo>
                <a:lnTo>
                  <a:pt x="0" y="0"/>
                </a:lnTo>
                <a:close/>
              </a:path>
            </a:pathLst>
          </a:custGeom>
          <a:blipFill rotWithShape="1">
            <a:blip r:embed="rId2"/>
            <a:stretch>
              <a:fillRect/>
            </a:stretch>
          </a:blipFill>
          <a:ln>
            <a:noFill/>
          </a:ln>
        </p:spPr>
      </p:sp>
      <p:sp>
        <p:nvSpPr>
          <p:cNvPr id="86" name="Google Shape;86;p1"/>
          <p:cNvSpPr/>
          <p:nvPr/>
        </p:nvSpPr>
        <p:spPr>
          <a:xfrm>
            <a:off x="9456031" y="5686468"/>
            <a:ext cx="3718302" cy="2393234"/>
          </a:xfrm>
          <a:custGeom>
            <a:avLst/>
            <a:gdLst/>
            <a:ahLst/>
            <a:cxnLst/>
            <a:rect l="l" t="t" r="r" b="b"/>
            <a:pathLst>
              <a:path w="3718302" h="2393234" extrusionOk="0">
                <a:moveTo>
                  <a:pt x="0" y="0"/>
                </a:moveTo>
                <a:lnTo>
                  <a:pt x="3718301" y="0"/>
                </a:lnTo>
                <a:lnTo>
                  <a:pt x="3718301" y="2393234"/>
                </a:lnTo>
                <a:lnTo>
                  <a:pt x="0" y="2393234"/>
                </a:lnTo>
                <a:lnTo>
                  <a:pt x="0" y="0"/>
                </a:lnTo>
                <a:close/>
              </a:path>
            </a:pathLst>
          </a:custGeom>
          <a:blipFill rotWithShape="1">
            <a:blip r:embed="rId3"/>
            <a:stretch>
              <a:fillRect/>
            </a:stretch>
          </a:blipFill>
          <a:ln>
            <a:noFill/>
          </a:ln>
        </p:spPr>
      </p:sp>
      <p:sp>
        <p:nvSpPr>
          <p:cNvPr id="87" name="Google Shape;87;p1"/>
          <p:cNvSpPr/>
          <p:nvPr/>
        </p:nvSpPr>
        <p:spPr>
          <a:xfrm>
            <a:off x="14377104" y="3974852"/>
            <a:ext cx="2882196" cy="3943304"/>
          </a:xfrm>
          <a:custGeom>
            <a:avLst/>
            <a:gdLst/>
            <a:ahLst/>
            <a:cxnLst/>
            <a:rect l="l" t="t" r="r" b="b"/>
            <a:pathLst>
              <a:path w="2882196" h="3943304" extrusionOk="0">
                <a:moveTo>
                  <a:pt x="0" y="0"/>
                </a:moveTo>
                <a:lnTo>
                  <a:pt x="2882196" y="0"/>
                </a:lnTo>
                <a:lnTo>
                  <a:pt x="2882196" y="3943304"/>
                </a:lnTo>
                <a:lnTo>
                  <a:pt x="0" y="3943304"/>
                </a:lnTo>
                <a:lnTo>
                  <a:pt x="0" y="0"/>
                </a:lnTo>
                <a:close/>
              </a:path>
            </a:pathLst>
          </a:custGeom>
          <a:blipFill rotWithShape="1">
            <a:blip r:embed="rId4"/>
            <a:stretch>
              <a:fillRect/>
            </a:stretch>
          </a:blipFill>
          <a:ln>
            <a:noFill/>
          </a:ln>
        </p:spPr>
      </p:sp>
      <p:sp>
        <p:nvSpPr>
          <p:cNvPr id="88" name="Google Shape;88;p1"/>
          <p:cNvSpPr txBox="1"/>
          <p:nvPr/>
        </p:nvSpPr>
        <p:spPr>
          <a:xfrm>
            <a:off x="1028700" y="3098954"/>
            <a:ext cx="9904500" cy="14334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Clr>
                <a:srgbClr val="000000"/>
              </a:buClr>
              <a:buSzPts val="9313"/>
              <a:buFont typeface="Arial" panose="020B0604020202090204"/>
              <a:buNone/>
            </a:pPr>
            <a:r>
              <a:rPr lang="en-US" sz="9315" b="1" i="0" u="none" strike="noStrike" cap="none">
                <a:solidFill>
                  <a:srgbClr val="343434"/>
                </a:solidFill>
                <a:latin typeface="Arial" panose="020B0604020202090204"/>
                <a:ea typeface="Arial" panose="020B0604020202090204"/>
                <a:cs typeface="Arial" panose="020B0604020202090204"/>
                <a:sym typeface="Arial" panose="020B0604020202090204"/>
              </a:rPr>
              <a:t>PEMROGRAMAN </a:t>
            </a:r>
            <a:endParaRPr sz="5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89" name="Google Shape;89;p1"/>
          <p:cNvSpPr txBox="1"/>
          <p:nvPr/>
        </p:nvSpPr>
        <p:spPr>
          <a:xfrm>
            <a:off x="1028700" y="4620822"/>
            <a:ext cx="8626948" cy="2081449"/>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Clr>
                <a:srgbClr val="000000"/>
              </a:buClr>
              <a:buSzPts val="10463"/>
              <a:buFont typeface="Arial" panose="020B0604020202090204"/>
              <a:buNone/>
            </a:pPr>
            <a:r>
              <a:rPr lang="en-US" sz="10465" b="0" i="0" u="none" strike="noStrike" cap="none">
                <a:solidFill>
                  <a:srgbClr val="343434"/>
                </a:solidFill>
                <a:latin typeface="Arial" panose="020B0604020202090204"/>
                <a:ea typeface="Arial" panose="020B0604020202090204"/>
                <a:cs typeface="Arial" panose="020B0604020202090204"/>
                <a:sym typeface="Arial" panose="020B0604020202090204"/>
              </a:rPr>
              <a:t>WEB 1</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90" name="Google Shape;90;p1"/>
          <p:cNvSpPr txBox="1"/>
          <p:nvPr/>
        </p:nvSpPr>
        <p:spPr>
          <a:xfrm>
            <a:off x="1055075" y="589884"/>
            <a:ext cx="4479095" cy="243569"/>
          </a:xfrm>
          <a:prstGeom prst="rect">
            <a:avLst/>
          </a:prstGeom>
          <a:noFill/>
          <a:ln>
            <a:noFill/>
          </a:ln>
        </p:spPr>
        <p:txBody>
          <a:bodyPr spcFirstLastPara="1" wrap="square" lIns="0" tIns="0" rIns="0" bIns="0" anchor="t" anchorCtr="0">
            <a:spAutoFit/>
          </a:bodyPr>
          <a:lstStyle/>
          <a:p>
            <a:pPr marL="0" marR="0" lvl="0" indent="0" algn="l" rtl="0">
              <a:lnSpc>
                <a:spcPct val="101000"/>
              </a:lnSpc>
              <a:spcBef>
                <a:spcPts val="0"/>
              </a:spcBef>
              <a:spcAft>
                <a:spcPts val="0"/>
              </a:spcAft>
              <a:buClr>
                <a:srgbClr val="000000"/>
              </a:buClr>
              <a:buSzPts val="1804"/>
              <a:buFont typeface="Arial" panose="020B0604020202090204"/>
              <a:buNone/>
            </a:pPr>
            <a:r>
              <a:rPr lang="en-US" sz="1805" b="1" i="0" u="none" strike="noStrike" cap="none">
                <a:solidFill>
                  <a:srgbClr val="343434"/>
                </a:solidFill>
                <a:latin typeface="DM Sans"/>
                <a:ea typeface="DM Sans"/>
                <a:cs typeface="DM Sans"/>
                <a:sym typeface="DM Sans"/>
              </a:rPr>
              <a:t>UNIVERSITAS PAMULANG KOTA SERANG</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91" name="Google Shape;91;p1"/>
          <p:cNvSpPr txBox="1"/>
          <p:nvPr/>
        </p:nvSpPr>
        <p:spPr>
          <a:xfrm>
            <a:off x="12319860" y="1111629"/>
            <a:ext cx="847412" cy="221513"/>
          </a:xfrm>
          <a:prstGeom prst="rect">
            <a:avLst/>
          </a:prstGeom>
          <a:noFill/>
          <a:ln>
            <a:noFill/>
          </a:ln>
        </p:spPr>
        <p:txBody>
          <a:bodyPr spcFirstLastPara="1" wrap="square" lIns="0" tIns="0" rIns="0" bIns="0" anchor="t" anchorCtr="0">
            <a:spAutoFit/>
          </a:bodyPr>
          <a:lstStyle/>
          <a:p>
            <a:pPr marL="0" marR="0" lvl="1" indent="0" algn="ctr" rtl="0">
              <a:lnSpc>
                <a:spcPct val="129000"/>
              </a:lnSpc>
              <a:spcBef>
                <a:spcPts val="0"/>
              </a:spcBef>
              <a:spcAft>
                <a:spcPts val="0"/>
              </a:spcAft>
              <a:buClr>
                <a:srgbClr val="000000"/>
              </a:buClr>
              <a:buSzPts val="1453"/>
              <a:buFont typeface="Arial" panose="020B0604020202090204"/>
              <a:buNone/>
            </a:pPr>
            <a:r>
              <a:rPr lang="en-US" sz="1455" b="0" i="0" u="none" strike="noStrike" cap="none">
                <a:solidFill>
                  <a:srgbClr val="343434"/>
                </a:solidFill>
                <a:latin typeface="DM Sans"/>
                <a:ea typeface="DM Sans"/>
                <a:cs typeface="DM Sans"/>
                <a:sym typeface="DM Sans"/>
              </a:rPr>
              <a:t>HOME</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92" name="Google Shape;92;p1"/>
          <p:cNvSpPr txBox="1"/>
          <p:nvPr/>
        </p:nvSpPr>
        <p:spPr>
          <a:xfrm>
            <a:off x="13424041" y="1111629"/>
            <a:ext cx="847412" cy="221513"/>
          </a:xfrm>
          <a:prstGeom prst="rect">
            <a:avLst/>
          </a:prstGeom>
          <a:noFill/>
          <a:ln>
            <a:noFill/>
          </a:ln>
        </p:spPr>
        <p:txBody>
          <a:bodyPr spcFirstLastPara="1" wrap="square" lIns="0" tIns="0" rIns="0" bIns="0" anchor="t" anchorCtr="0">
            <a:spAutoFit/>
          </a:bodyPr>
          <a:lstStyle/>
          <a:p>
            <a:pPr marL="0" marR="0" lvl="1" indent="0" algn="ctr" rtl="0">
              <a:lnSpc>
                <a:spcPct val="129000"/>
              </a:lnSpc>
              <a:spcBef>
                <a:spcPts val="0"/>
              </a:spcBef>
              <a:spcAft>
                <a:spcPts val="0"/>
              </a:spcAft>
              <a:buClr>
                <a:srgbClr val="000000"/>
              </a:buClr>
              <a:buSzPts val="1453"/>
              <a:buFont typeface="Arial" panose="020B0604020202090204"/>
              <a:buNone/>
            </a:pPr>
            <a:r>
              <a:rPr lang="en-US" sz="1455" b="0" i="0" u="none" strike="noStrike" cap="none">
                <a:solidFill>
                  <a:srgbClr val="343434"/>
                </a:solidFill>
                <a:latin typeface="DM Sans"/>
                <a:ea typeface="DM Sans"/>
                <a:cs typeface="DM Sans"/>
                <a:sym typeface="DM Sans"/>
              </a:rPr>
              <a:t>SERVICE</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93" name="Google Shape;93;p1"/>
          <p:cNvSpPr txBox="1"/>
          <p:nvPr/>
        </p:nvSpPr>
        <p:spPr>
          <a:xfrm>
            <a:off x="14528628" y="1111629"/>
            <a:ext cx="1105735" cy="221513"/>
          </a:xfrm>
          <a:prstGeom prst="rect">
            <a:avLst/>
          </a:prstGeom>
          <a:noFill/>
          <a:ln>
            <a:noFill/>
          </a:ln>
        </p:spPr>
        <p:txBody>
          <a:bodyPr spcFirstLastPara="1" wrap="square" lIns="0" tIns="0" rIns="0" bIns="0" anchor="t" anchorCtr="0">
            <a:spAutoFit/>
          </a:bodyPr>
          <a:lstStyle/>
          <a:p>
            <a:pPr marL="0" marR="0" lvl="1" indent="0" algn="ctr" rtl="0">
              <a:lnSpc>
                <a:spcPct val="129000"/>
              </a:lnSpc>
              <a:spcBef>
                <a:spcPts val="0"/>
              </a:spcBef>
              <a:spcAft>
                <a:spcPts val="0"/>
              </a:spcAft>
              <a:buClr>
                <a:srgbClr val="000000"/>
              </a:buClr>
              <a:buSzPts val="1453"/>
              <a:buFont typeface="Arial" panose="020B0604020202090204"/>
              <a:buNone/>
            </a:pPr>
            <a:r>
              <a:rPr lang="en-US" sz="1455" b="0" i="0" u="none" strike="noStrike" cap="none">
                <a:solidFill>
                  <a:srgbClr val="343434"/>
                </a:solidFill>
                <a:latin typeface="DM Sans"/>
                <a:ea typeface="DM Sans"/>
                <a:cs typeface="DM Sans"/>
                <a:sym typeface="DM Sans"/>
              </a:rPr>
              <a:t>ABOUT US</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94" name="Google Shape;94;p1"/>
          <p:cNvSpPr txBox="1"/>
          <p:nvPr/>
        </p:nvSpPr>
        <p:spPr>
          <a:xfrm>
            <a:off x="15923945" y="1111629"/>
            <a:ext cx="1335355" cy="221513"/>
          </a:xfrm>
          <a:prstGeom prst="rect">
            <a:avLst/>
          </a:prstGeom>
          <a:noFill/>
          <a:ln>
            <a:noFill/>
          </a:ln>
        </p:spPr>
        <p:txBody>
          <a:bodyPr spcFirstLastPara="1" wrap="square" lIns="0" tIns="0" rIns="0" bIns="0" anchor="t" anchorCtr="0">
            <a:spAutoFit/>
          </a:bodyPr>
          <a:lstStyle/>
          <a:p>
            <a:pPr marL="0" marR="0" lvl="1" indent="0" algn="ctr" rtl="0">
              <a:lnSpc>
                <a:spcPct val="129000"/>
              </a:lnSpc>
              <a:spcBef>
                <a:spcPts val="0"/>
              </a:spcBef>
              <a:spcAft>
                <a:spcPts val="0"/>
              </a:spcAft>
              <a:buClr>
                <a:srgbClr val="000000"/>
              </a:buClr>
              <a:buSzPts val="1453"/>
              <a:buFont typeface="Arial" panose="020B0604020202090204"/>
              <a:buNone/>
            </a:pPr>
            <a:r>
              <a:rPr lang="en-US" sz="1455" b="0" i="0" u="none" strike="noStrike" cap="none">
                <a:solidFill>
                  <a:srgbClr val="343434"/>
                </a:solidFill>
                <a:latin typeface="DM Sans"/>
                <a:ea typeface="DM Sans"/>
                <a:cs typeface="DM Sans"/>
                <a:sym typeface="DM Sans"/>
              </a:rPr>
              <a:t>CONTACT US</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95" name="Google Shape;95;p1"/>
          <p:cNvSpPr txBox="1"/>
          <p:nvPr/>
        </p:nvSpPr>
        <p:spPr>
          <a:xfrm>
            <a:off x="1055075" y="7364050"/>
            <a:ext cx="9164400" cy="554100"/>
          </a:xfrm>
          <a:prstGeom prst="rect">
            <a:avLst/>
          </a:prstGeom>
          <a:noFill/>
          <a:ln>
            <a:noFill/>
          </a:ln>
        </p:spPr>
        <p:txBody>
          <a:bodyPr spcFirstLastPara="1" wrap="square" lIns="0" tIns="0" rIns="0" bIns="0" anchor="t" anchorCtr="0">
            <a:spAutoFit/>
          </a:bodyPr>
          <a:lstStyle/>
          <a:p>
            <a:pPr marL="0" marR="0" lvl="0" indent="0" algn="just" rtl="0">
              <a:lnSpc>
                <a:spcPct val="140000"/>
              </a:lnSpc>
              <a:spcBef>
                <a:spcPts val="0"/>
              </a:spcBef>
              <a:spcAft>
                <a:spcPts val="0"/>
              </a:spcAft>
              <a:buClr>
                <a:srgbClr val="000000"/>
              </a:buClr>
              <a:buSzPts val="3599"/>
              <a:buFont typeface="Arial" panose="020B0604020202090204"/>
              <a:buNone/>
            </a:pPr>
            <a:r>
              <a:rPr lang="en-US" sz="3600">
                <a:solidFill>
                  <a:srgbClr val="343434"/>
                </a:solidFill>
                <a:latin typeface="DM Sans"/>
                <a:ea typeface="DM Sans"/>
                <a:cs typeface="DM Sans"/>
                <a:sym typeface="DM Sans"/>
              </a:rPr>
              <a:t>Semantic HTML</a:t>
            </a:r>
            <a:endParaRPr sz="3600" b="0" i="0" u="none" strike="noStrike" cap="none">
              <a:solidFill>
                <a:srgbClr val="343434"/>
              </a:solidFill>
              <a:latin typeface="DM Sans"/>
              <a:ea typeface="DM Sans"/>
              <a:cs typeface="DM Sans"/>
              <a:sym typeface="DM Sans"/>
            </a:endParaRPr>
          </a:p>
        </p:txBody>
      </p:sp>
      <p:sp>
        <p:nvSpPr>
          <p:cNvPr id="96" name="Google Shape;96;p1"/>
          <p:cNvSpPr txBox="1"/>
          <p:nvPr/>
        </p:nvSpPr>
        <p:spPr>
          <a:xfrm>
            <a:off x="16253563" y="8991600"/>
            <a:ext cx="1005737" cy="266700"/>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Clr>
                <a:srgbClr val="000000"/>
              </a:buClr>
              <a:buSzPts val="1500"/>
              <a:buFont typeface="Arial" panose="020B0604020202090204"/>
              <a:buNone/>
            </a:pPr>
            <a:r>
              <a:rPr lang="en-US" sz="1500" b="1" i="0" u="none" strike="noStrike" cap="none">
                <a:solidFill>
                  <a:srgbClr val="343434"/>
                </a:solidFill>
                <a:latin typeface="DM Sans"/>
                <a:ea typeface="DM Sans"/>
                <a:cs typeface="DM Sans"/>
                <a:sym typeface="DM Sans"/>
              </a:rPr>
              <a:t>Page 01</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98" name="Google Shape;98;p1"/>
          <p:cNvSpPr txBox="1"/>
          <p:nvPr/>
        </p:nvSpPr>
        <p:spPr>
          <a:xfrm>
            <a:off x="1207475" y="6790746"/>
            <a:ext cx="7793100" cy="55410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Clr>
                <a:srgbClr val="000000"/>
              </a:buClr>
              <a:buSzPts val="3599"/>
              <a:buFont typeface="Arial" panose="020B0604020202090204"/>
              <a:buNone/>
            </a:pPr>
            <a:r>
              <a:rPr lang="en-US" sz="3600" b="0" i="0" u="none" strike="noStrike" cap="none">
                <a:solidFill>
                  <a:srgbClr val="343434"/>
                </a:solidFill>
                <a:latin typeface="DM Sans"/>
                <a:ea typeface="DM Sans"/>
                <a:cs typeface="DM Sans"/>
                <a:sym typeface="DM Sans"/>
              </a:rPr>
              <a:t>Pertemuan #</a:t>
            </a:r>
            <a:r>
              <a:rPr lang="en-US" sz="3600">
                <a:solidFill>
                  <a:srgbClr val="343434"/>
                </a:solidFill>
                <a:latin typeface="DM Sans"/>
                <a:ea typeface="DM Sans"/>
                <a:cs typeface="DM Sans"/>
                <a:sym typeface="DM Sans"/>
              </a:rPr>
              <a:t>10</a:t>
            </a:r>
            <a:endParaRPr sz="3600" b="0" i="0" u="none" strike="noStrike" cap="none">
              <a:solidFill>
                <a:srgbClr val="343434"/>
              </a:solidFill>
              <a:latin typeface="DM Sans"/>
              <a:ea typeface="DM Sans"/>
              <a:cs typeface="DM Sans"/>
              <a:sym typeface="DM San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5EC"/>
        </a:solidFill>
        <a:effectLst/>
      </p:bgPr>
    </p:bg>
    <p:spTree>
      <p:nvGrpSpPr>
        <p:cNvPr id="102" name="Shape 102"/>
        <p:cNvGrpSpPr/>
        <p:nvPr/>
      </p:nvGrpSpPr>
      <p:grpSpPr>
        <a:xfrm>
          <a:off x="0" y="0"/>
          <a:ext cx="0" cy="0"/>
          <a:chOff x="0" y="0"/>
          <a:chExt cx="0" cy="0"/>
        </a:xfrm>
      </p:grpSpPr>
      <p:sp>
        <p:nvSpPr>
          <p:cNvPr id="103" name="Google Shape;103;p2"/>
          <p:cNvSpPr/>
          <p:nvPr/>
        </p:nvSpPr>
        <p:spPr>
          <a:xfrm>
            <a:off x="-485035" y="-4485535"/>
            <a:ext cx="19258069" cy="19258069"/>
          </a:xfrm>
          <a:custGeom>
            <a:avLst/>
            <a:gdLst/>
            <a:ahLst/>
            <a:cxnLst/>
            <a:rect l="l" t="t" r="r" b="b"/>
            <a:pathLst>
              <a:path w="19258069" h="19258069" extrusionOk="0">
                <a:moveTo>
                  <a:pt x="0" y="0"/>
                </a:moveTo>
                <a:lnTo>
                  <a:pt x="19258070" y="0"/>
                </a:lnTo>
                <a:lnTo>
                  <a:pt x="19258070" y="19258070"/>
                </a:lnTo>
                <a:lnTo>
                  <a:pt x="0" y="19258070"/>
                </a:lnTo>
                <a:lnTo>
                  <a:pt x="0" y="0"/>
                </a:lnTo>
                <a:close/>
              </a:path>
            </a:pathLst>
          </a:custGeom>
          <a:blipFill rotWithShape="1">
            <a:blip r:embed="rId1">
              <a:alphaModFix amt="4000"/>
            </a:blip>
            <a:stretch>
              <a:fillRect/>
            </a:stretch>
          </a:blipFill>
          <a:ln>
            <a:noFill/>
          </a:ln>
        </p:spPr>
      </p:sp>
      <p:sp>
        <p:nvSpPr>
          <p:cNvPr id="104" name="Google Shape;104;p2"/>
          <p:cNvSpPr/>
          <p:nvPr/>
        </p:nvSpPr>
        <p:spPr>
          <a:xfrm>
            <a:off x="12051477" y="2039141"/>
            <a:ext cx="5610468" cy="6246472"/>
          </a:xfrm>
          <a:custGeom>
            <a:avLst/>
            <a:gdLst/>
            <a:ahLst/>
            <a:cxnLst/>
            <a:rect l="l" t="t" r="r" b="b"/>
            <a:pathLst>
              <a:path w="5610468" h="6246472" extrusionOk="0">
                <a:moveTo>
                  <a:pt x="0" y="0"/>
                </a:moveTo>
                <a:lnTo>
                  <a:pt x="5610468" y="0"/>
                </a:lnTo>
                <a:lnTo>
                  <a:pt x="5610468" y="6246472"/>
                </a:lnTo>
                <a:lnTo>
                  <a:pt x="0" y="6246472"/>
                </a:lnTo>
                <a:lnTo>
                  <a:pt x="0" y="0"/>
                </a:lnTo>
                <a:close/>
              </a:path>
            </a:pathLst>
          </a:custGeom>
          <a:blipFill rotWithShape="1">
            <a:blip r:embed="rId2"/>
            <a:stretch>
              <a:fillRect/>
            </a:stretch>
          </a:blipFill>
          <a:ln>
            <a:noFill/>
          </a:ln>
        </p:spPr>
      </p:sp>
      <p:sp>
        <p:nvSpPr>
          <p:cNvPr id="105" name="Google Shape;105;p2"/>
          <p:cNvSpPr txBox="1"/>
          <p:nvPr/>
        </p:nvSpPr>
        <p:spPr>
          <a:xfrm>
            <a:off x="348725" y="865904"/>
            <a:ext cx="7072500" cy="9234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Clr>
                <a:srgbClr val="000000"/>
              </a:buClr>
              <a:buSzPts val="6000"/>
              <a:buFont typeface="Arial" panose="020B0604020202090204"/>
              <a:buNone/>
            </a:pPr>
            <a:r>
              <a:rPr lang="en-US" sz="6000" b="1" i="0" u="none" strike="noStrike" cap="none">
                <a:solidFill>
                  <a:srgbClr val="343434"/>
                </a:solidFill>
                <a:latin typeface="Arial" panose="020B0604020202090204"/>
                <a:ea typeface="Arial" panose="020B0604020202090204"/>
                <a:cs typeface="Arial" panose="020B0604020202090204"/>
                <a:sym typeface="Arial" panose="020B0604020202090204"/>
              </a:rPr>
              <a:t># Pendahuluan</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106" name="Google Shape;106;p2"/>
          <p:cNvSpPr txBox="1"/>
          <p:nvPr/>
        </p:nvSpPr>
        <p:spPr>
          <a:xfrm>
            <a:off x="12319860" y="1111629"/>
            <a:ext cx="847412" cy="221513"/>
          </a:xfrm>
          <a:prstGeom prst="rect">
            <a:avLst/>
          </a:prstGeom>
          <a:noFill/>
          <a:ln>
            <a:noFill/>
          </a:ln>
        </p:spPr>
        <p:txBody>
          <a:bodyPr spcFirstLastPara="1" wrap="square" lIns="0" tIns="0" rIns="0" bIns="0" anchor="t" anchorCtr="0">
            <a:spAutoFit/>
          </a:bodyPr>
          <a:lstStyle/>
          <a:p>
            <a:pPr marL="0" marR="0" lvl="1" indent="0" algn="ctr" rtl="0">
              <a:lnSpc>
                <a:spcPct val="129000"/>
              </a:lnSpc>
              <a:spcBef>
                <a:spcPts val="0"/>
              </a:spcBef>
              <a:spcAft>
                <a:spcPts val="0"/>
              </a:spcAft>
              <a:buClr>
                <a:srgbClr val="000000"/>
              </a:buClr>
              <a:buSzPts val="1453"/>
              <a:buFont typeface="Arial" panose="020B0604020202090204"/>
              <a:buNone/>
            </a:pPr>
            <a:r>
              <a:rPr lang="en-US" sz="1455" b="0" i="0" u="none" strike="noStrike" cap="none">
                <a:solidFill>
                  <a:srgbClr val="343434"/>
                </a:solidFill>
                <a:latin typeface="DM Sans"/>
                <a:ea typeface="DM Sans"/>
                <a:cs typeface="DM Sans"/>
                <a:sym typeface="DM Sans"/>
              </a:rPr>
              <a:t>HOME</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107" name="Google Shape;107;p2"/>
          <p:cNvSpPr txBox="1"/>
          <p:nvPr/>
        </p:nvSpPr>
        <p:spPr>
          <a:xfrm>
            <a:off x="13424041" y="1111629"/>
            <a:ext cx="847412" cy="221513"/>
          </a:xfrm>
          <a:prstGeom prst="rect">
            <a:avLst/>
          </a:prstGeom>
          <a:noFill/>
          <a:ln>
            <a:noFill/>
          </a:ln>
        </p:spPr>
        <p:txBody>
          <a:bodyPr spcFirstLastPara="1" wrap="square" lIns="0" tIns="0" rIns="0" bIns="0" anchor="t" anchorCtr="0">
            <a:spAutoFit/>
          </a:bodyPr>
          <a:lstStyle/>
          <a:p>
            <a:pPr marL="0" marR="0" lvl="1" indent="0" algn="ctr" rtl="0">
              <a:lnSpc>
                <a:spcPct val="129000"/>
              </a:lnSpc>
              <a:spcBef>
                <a:spcPts val="0"/>
              </a:spcBef>
              <a:spcAft>
                <a:spcPts val="0"/>
              </a:spcAft>
              <a:buClr>
                <a:srgbClr val="000000"/>
              </a:buClr>
              <a:buSzPts val="1453"/>
              <a:buFont typeface="Arial" panose="020B0604020202090204"/>
              <a:buNone/>
            </a:pPr>
            <a:r>
              <a:rPr lang="en-US" sz="1455" b="0" i="0" u="none" strike="noStrike" cap="none">
                <a:solidFill>
                  <a:srgbClr val="343434"/>
                </a:solidFill>
                <a:latin typeface="DM Sans"/>
                <a:ea typeface="DM Sans"/>
                <a:cs typeface="DM Sans"/>
                <a:sym typeface="DM Sans"/>
              </a:rPr>
              <a:t>SERVICE</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108" name="Google Shape;108;p2"/>
          <p:cNvSpPr txBox="1"/>
          <p:nvPr/>
        </p:nvSpPr>
        <p:spPr>
          <a:xfrm>
            <a:off x="14528628" y="1111629"/>
            <a:ext cx="1105735" cy="221513"/>
          </a:xfrm>
          <a:prstGeom prst="rect">
            <a:avLst/>
          </a:prstGeom>
          <a:noFill/>
          <a:ln>
            <a:noFill/>
          </a:ln>
        </p:spPr>
        <p:txBody>
          <a:bodyPr spcFirstLastPara="1" wrap="square" lIns="0" tIns="0" rIns="0" bIns="0" anchor="t" anchorCtr="0">
            <a:spAutoFit/>
          </a:bodyPr>
          <a:lstStyle/>
          <a:p>
            <a:pPr marL="0" marR="0" lvl="1" indent="0" algn="ctr" rtl="0">
              <a:lnSpc>
                <a:spcPct val="129000"/>
              </a:lnSpc>
              <a:spcBef>
                <a:spcPts val="0"/>
              </a:spcBef>
              <a:spcAft>
                <a:spcPts val="0"/>
              </a:spcAft>
              <a:buClr>
                <a:srgbClr val="000000"/>
              </a:buClr>
              <a:buSzPts val="1453"/>
              <a:buFont typeface="Arial" panose="020B0604020202090204"/>
              <a:buNone/>
            </a:pPr>
            <a:r>
              <a:rPr lang="en-US" sz="1455" b="0" i="0" u="none" strike="noStrike" cap="none">
                <a:solidFill>
                  <a:srgbClr val="343434"/>
                </a:solidFill>
                <a:latin typeface="DM Sans"/>
                <a:ea typeface="DM Sans"/>
                <a:cs typeface="DM Sans"/>
                <a:sym typeface="DM Sans"/>
              </a:rPr>
              <a:t>ABOUT US</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109" name="Google Shape;109;p2"/>
          <p:cNvSpPr txBox="1"/>
          <p:nvPr/>
        </p:nvSpPr>
        <p:spPr>
          <a:xfrm>
            <a:off x="15923945" y="1111629"/>
            <a:ext cx="1335355" cy="221513"/>
          </a:xfrm>
          <a:prstGeom prst="rect">
            <a:avLst/>
          </a:prstGeom>
          <a:noFill/>
          <a:ln>
            <a:noFill/>
          </a:ln>
        </p:spPr>
        <p:txBody>
          <a:bodyPr spcFirstLastPara="1" wrap="square" lIns="0" tIns="0" rIns="0" bIns="0" anchor="t" anchorCtr="0">
            <a:spAutoFit/>
          </a:bodyPr>
          <a:lstStyle/>
          <a:p>
            <a:pPr marL="0" marR="0" lvl="1" indent="0" algn="ctr" rtl="0">
              <a:lnSpc>
                <a:spcPct val="129000"/>
              </a:lnSpc>
              <a:spcBef>
                <a:spcPts val="0"/>
              </a:spcBef>
              <a:spcAft>
                <a:spcPts val="0"/>
              </a:spcAft>
              <a:buClr>
                <a:srgbClr val="000000"/>
              </a:buClr>
              <a:buSzPts val="1453"/>
              <a:buFont typeface="Arial" panose="020B0604020202090204"/>
              <a:buNone/>
            </a:pPr>
            <a:r>
              <a:rPr lang="en-US" sz="1455" b="0" i="0" u="none" strike="noStrike" cap="none">
                <a:solidFill>
                  <a:srgbClr val="343434"/>
                </a:solidFill>
                <a:latin typeface="DM Sans"/>
                <a:ea typeface="DM Sans"/>
                <a:cs typeface="DM Sans"/>
                <a:sym typeface="DM Sans"/>
              </a:rPr>
              <a:t>CONTACT US</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110" name="Google Shape;110;p2"/>
          <p:cNvSpPr txBox="1"/>
          <p:nvPr/>
        </p:nvSpPr>
        <p:spPr>
          <a:xfrm>
            <a:off x="505625" y="2229575"/>
            <a:ext cx="11148000" cy="8513400"/>
          </a:xfrm>
          <a:prstGeom prst="rect">
            <a:avLst/>
          </a:prstGeom>
          <a:noFill/>
          <a:ln>
            <a:noFill/>
          </a:ln>
        </p:spPr>
        <p:txBody>
          <a:bodyPr spcFirstLastPara="1" wrap="square" lIns="0" tIns="0" rIns="0" bIns="0" anchor="t" anchorCtr="0">
            <a:spAutoFit/>
          </a:bodyPr>
          <a:lstStyle/>
          <a:p>
            <a:pPr marL="0" lvl="0" indent="0" algn="l" rtl="0">
              <a:lnSpc>
                <a:spcPct val="115000"/>
              </a:lnSpc>
              <a:spcBef>
                <a:spcPts val="1200"/>
              </a:spcBef>
              <a:spcAft>
                <a:spcPts val="0"/>
              </a:spcAft>
              <a:buClr>
                <a:schemeClr val="dk1"/>
              </a:buClr>
              <a:buSzPts val="1100"/>
              <a:buFont typeface="Arial" panose="020B0604020202090204"/>
              <a:buNone/>
            </a:pPr>
            <a:r>
              <a:rPr lang="en-US" sz="2400">
                <a:solidFill>
                  <a:schemeClr val="dk1"/>
                </a:solidFill>
              </a:rPr>
              <a:t>Semantic HTML adalah pendekatan dalam penulisan kode HTML yang menggunakan elemen-elemen yang memiliki makna tertentu. Dengan menggunakan elemen semantik, kita dapat memberikan konteks yang lebih baik terhadap konten yang ada di dalam halaman web. Hal ini tidak hanya membantu mesin pencari dalam memahami struktur halaman, tetapi juga meningkatkan aksesibilitas bagi pengguna, termasuk mereka yang menggunakan pembaca layar.</a:t>
            </a:r>
            <a:endParaRPr sz="2400">
              <a:solidFill>
                <a:schemeClr val="dk1"/>
              </a:solidFill>
            </a:endParaRPr>
          </a:p>
          <a:p>
            <a:pPr marL="0" lvl="0" indent="0" algn="l" rtl="0">
              <a:lnSpc>
                <a:spcPct val="115000"/>
              </a:lnSpc>
              <a:spcBef>
                <a:spcPts val="1800"/>
              </a:spcBef>
              <a:spcAft>
                <a:spcPts val="0"/>
              </a:spcAft>
              <a:buClr>
                <a:schemeClr val="dk1"/>
              </a:buClr>
              <a:buSzPts val="1100"/>
              <a:buFont typeface="Arial" panose="020B0604020202090204"/>
              <a:buNone/>
            </a:pPr>
            <a:r>
              <a:rPr lang="en-US" sz="3000" b="1">
                <a:solidFill>
                  <a:schemeClr val="dk1"/>
                </a:solidFill>
              </a:rPr>
              <a:t>Mengapa Menggunakan Semantic HTML?</a:t>
            </a:r>
            <a:endParaRPr sz="3000" b="1">
              <a:solidFill>
                <a:schemeClr val="dk1"/>
              </a:solidFill>
            </a:endParaRPr>
          </a:p>
          <a:p>
            <a:pPr marL="457200" lvl="0" indent="-381000" algn="l" rtl="0">
              <a:lnSpc>
                <a:spcPct val="115000"/>
              </a:lnSpc>
              <a:spcBef>
                <a:spcPts val="1200"/>
              </a:spcBef>
              <a:spcAft>
                <a:spcPts val="0"/>
              </a:spcAft>
              <a:buClr>
                <a:schemeClr val="dk1"/>
              </a:buClr>
              <a:buSzPts val="2400"/>
              <a:buAutoNum type="arabicPeriod"/>
            </a:pPr>
            <a:r>
              <a:rPr lang="en-US" sz="2400" b="1">
                <a:solidFill>
                  <a:schemeClr val="dk1"/>
                </a:solidFill>
              </a:rPr>
              <a:t>Meningkatkan Aksesibilitas</a:t>
            </a:r>
            <a:r>
              <a:rPr lang="en-US" sz="2400">
                <a:solidFill>
                  <a:schemeClr val="dk1"/>
                </a:solidFill>
              </a:rPr>
              <a:t>: Elemen semantik membantu pembaca layar untuk memahami struktur dan makna konten, sehingga pengguna dengan kebutuhan khusus dapat mengakses informasi dengan lebih mudah.</a:t>
            </a:r>
            <a:endParaRPr sz="2400">
              <a:solidFill>
                <a:schemeClr val="dk1"/>
              </a:solidFill>
            </a:endParaRPr>
          </a:p>
          <a:p>
            <a:pPr marL="457200" lvl="0" indent="-381000" algn="l" rtl="0">
              <a:lnSpc>
                <a:spcPct val="115000"/>
              </a:lnSpc>
              <a:spcBef>
                <a:spcPts val="0"/>
              </a:spcBef>
              <a:spcAft>
                <a:spcPts val="0"/>
              </a:spcAft>
              <a:buClr>
                <a:schemeClr val="dk1"/>
              </a:buClr>
              <a:buSzPts val="2400"/>
              <a:buAutoNum type="arabicPeriod"/>
            </a:pPr>
            <a:r>
              <a:rPr lang="en-US" sz="2400" b="1">
                <a:solidFill>
                  <a:schemeClr val="dk1"/>
                </a:solidFill>
              </a:rPr>
              <a:t>SEO (Search Engine Optimization)</a:t>
            </a:r>
            <a:r>
              <a:rPr lang="en-US" sz="2400">
                <a:solidFill>
                  <a:schemeClr val="dk1"/>
                </a:solidFill>
              </a:rPr>
              <a:t>: Mesin pencari lebih mudah memahami konten yang terstruktur dengan baik, sehingga dapat meningkatkan peringkat halaman di hasil pencarian.</a:t>
            </a:r>
            <a:endParaRPr sz="2400">
              <a:solidFill>
                <a:schemeClr val="dk1"/>
              </a:solidFill>
            </a:endParaRPr>
          </a:p>
          <a:p>
            <a:pPr marL="457200" lvl="0" indent="-381000" algn="l" rtl="0">
              <a:lnSpc>
                <a:spcPct val="115000"/>
              </a:lnSpc>
              <a:spcBef>
                <a:spcPts val="0"/>
              </a:spcBef>
              <a:spcAft>
                <a:spcPts val="0"/>
              </a:spcAft>
              <a:buClr>
                <a:schemeClr val="dk1"/>
              </a:buClr>
              <a:buSzPts val="2400"/>
              <a:buAutoNum type="arabicPeriod"/>
            </a:pPr>
            <a:r>
              <a:rPr lang="en-US" sz="2400" b="1">
                <a:solidFill>
                  <a:schemeClr val="dk1"/>
                </a:solidFill>
              </a:rPr>
              <a:t>Pemeliharaan Kode</a:t>
            </a:r>
            <a:r>
              <a:rPr lang="en-US" sz="2400">
                <a:solidFill>
                  <a:schemeClr val="dk1"/>
                </a:solidFill>
              </a:rPr>
              <a:t>: Kode yang menggunakan elemen semantik lebih mudah dibaca dan dipahami oleh pengembang lain, sehingga memudahkan pemeliharaan di masa depan.</a:t>
            </a:r>
            <a:endParaRPr sz="2400">
              <a:solidFill>
                <a:schemeClr val="dk1"/>
              </a:solidFill>
            </a:endParaRPr>
          </a:p>
          <a:p>
            <a:pPr marL="0" marR="0" lvl="0" indent="0" algn="l" rtl="0">
              <a:lnSpc>
                <a:spcPct val="191000"/>
              </a:lnSpc>
              <a:spcBef>
                <a:spcPts val="1200"/>
              </a:spcBef>
              <a:spcAft>
                <a:spcPts val="0"/>
              </a:spcAft>
              <a:buClr>
                <a:schemeClr val="dk1"/>
              </a:buClr>
              <a:buSzPts val="1100"/>
              <a:buFont typeface="Arial" panose="020B0604020202090204"/>
              <a:buNone/>
            </a:pPr>
            <a:endParaRPr sz="4200" b="1">
              <a:solidFill>
                <a:schemeClr val="dk1"/>
              </a:solidFill>
            </a:endParaRPr>
          </a:p>
        </p:txBody>
      </p:sp>
      <p:sp>
        <p:nvSpPr>
          <p:cNvPr id="111" name="Google Shape;111;p2"/>
          <p:cNvSpPr txBox="1"/>
          <p:nvPr/>
        </p:nvSpPr>
        <p:spPr>
          <a:xfrm>
            <a:off x="16253563" y="8991600"/>
            <a:ext cx="1005737" cy="266700"/>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Clr>
                <a:srgbClr val="000000"/>
              </a:buClr>
              <a:buSzPts val="1500"/>
              <a:buFont typeface="Arial" panose="020B0604020202090204"/>
              <a:buNone/>
            </a:pPr>
            <a:r>
              <a:rPr lang="en-US" sz="1500" b="1" i="0" u="none" strike="noStrike" cap="none">
                <a:solidFill>
                  <a:srgbClr val="343434"/>
                </a:solidFill>
                <a:latin typeface="DM Sans"/>
                <a:ea typeface="DM Sans"/>
                <a:cs typeface="DM Sans"/>
                <a:sym typeface="DM Sans"/>
              </a:rPr>
              <a:t>Page 02</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112" name="Google Shape;112;p2"/>
          <p:cNvSpPr txBox="1"/>
          <p:nvPr/>
        </p:nvSpPr>
        <p:spPr>
          <a:xfrm>
            <a:off x="85924" y="182065"/>
            <a:ext cx="4479095" cy="243569"/>
          </a:xfrm>
          <a:prstGeom prst="rect">
            <a:avLst/>
          </a:prstGeom>
          <a:noFill/>
          <a:ln>
            <a:noFill/>
          </a:ln>
        </p:spPr>
        <p:txBody>
          <a:bodyPr spcFirstLastPara="1" wrap="square" lIns="0" tIns="0" rIns="0" bIns="0" anchor="t" anchorCtr="0">
            <a:spAutoFit/>
          </a:bodyPr>
          <a:lstStyle/>
          <a:p>
            <a:pPr marL="0" marR="0" lvl="0" indent="0" algn="l" rtl="0">
              <a:lnSpc>
                <a:spcPct val="101000"/>
              </a:lnSpc>
              <a:spcBef>
                <a:spcPts val="0"/>
              </a:spcBef>
              <a:spcAft>
                <a:spcPts val="0"/>
              </a:spcAft>
              <a:buClr>
                <a:srgbClr val="000000"/>
              </a:buClr>
              <a:buSzPts val="1804"/>
              <a:buFont typeface="Arial" panose="020B0604020202090204"/>
              <a:buNone/>
            </a:pPr>
            <a:r>
              <a:rPr lang="en-US" sz="1805" b="1" i="0" u="none" strike="noStrike" cap="none">
                <a:solidFill>
                  <a:srgbClr val="343434"/>
                </a:solidFill>
                <a:latin typeface="DM Sans"/>
                <a:ea typeface="DM Sans"/>
                <a:cs typeface="DM Sans"/>
                <a:sym typeface="DM Sans"/>
              </a:rPr>
              <a:t>UNIVERSITAS PAMULANG KOTA SERANG</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5EC"/>
        </a:solidFill>
        <a:effectLst/>
      </p:bgPr>
    </p:bg>
    <p:spTree>
      <p:nvGrpSpPr>
        <p:cNvPr id="116" name="Shape 116"/>
        <p:cNvGrpSpPr/>
        <p:nvPr/>
      </p:nvGrpSpPr>
      <p:grpSpPr>
        <a:xfrm>
          <a:off x="0" y="0"/>
          <a:ext cx="0" cy="0"/>
          <a:chOff x="0" y="0"/>
          <a:chExt cx="0" cy="0"/>
        </a:xfrm>
      </p:grpSpPr>
      <p:sp>
        <p:nvSpPr>
          <p:cNvPr id="117" name="Google Shape;117;p3"/>
          <p:cNvSpPr/>
          <p:nvPr/>
        </p:nvSpPr>
        <p:spPr>
          <a:xfrm>
            <a:off x="-485035" y="-4485535"/>
            <a:ext cx="19258069" cy="19258069"/>
          </a:xfrm>
          <a:custGeom>
            <a:avLst/>
            <a:gdLst/>
            <a:ahLst/>
            <a:cxnLst/>
            <a:rect l="l" t="t" r="r" b="b"/>
            <a:pathLst>
              <a:path w="19258069" h="19258069" extrusionOk="0">
                <a:moveTo>
                  <a:pt x="0" y="0"/>
                </a:moveTo>
                <a:lnTo>
                  <a:pt x="19258070" y="0"/>
                </a:lnTo>
                <a:lnTo>
                  <a:pt x="19258070" y="19258070"/>
                </a:lnTo>
                <a:lnTo>
                  <a:pt x="0" y="19258070"/>
                </a:lnTo>
                <a:lnTo>
                  <a:pt x="0" y="0"/>
                </a:lnTo>
                <a:close/>
              </a:path>
            </a:pathLst>
          </a:custGeom>
          <a:blipFill rotWithShape="1">
            <a:blip r:embed="rId1">
              <a:alphaModFix amt="4000"/>
            </a:blip>
            <a:stretch>
              <a:fillRect/>
            </a:stretch>
          </a:blipFill>
          <a:ln>
            <a:noFill/>
          </a:ln>
        </p:spPr>
      </p:sp>
      <p:sp>
        <p:nvSpPr>
          <p:cNvPr id="118" name="Google Shape;118;p3"/>
          <p:cNvSpPr txBox="1"/>
          <p:nvPr/>
        </p:nvSpPr>
        <p:spPr>
          <a:xfrm>
            <a:off x="12319860" y="1111629"/>
            <a:ext cx="847412" cy="221513"/>
          </a:xfrm>
          <a:prstGeom prst="rect">
            <a:avLst/>
          </a:prstGeom>
          <a:noFill/>
          <a:ln>
            <a:noFill/>
          </a:ln>
        </p:spPr>
        <p:txBody>
          <a:bodyPr spcFirstLastPara="1" wrap="square" lIns="0" tIns="0" rIns="0" bIns="0" anchor="t" anchorCtr="0">
            <a:spAutoFit/>
          </a:bodyPr>
          <a:lstStyle/>
          <a:p>
            <a:pPr marL="0" marR="0" lvl="1" indent="0" algn="ctr" rtl="0">
              <a:lnSpc>
                <a:spcPct val="129000"/>
              </a:lnSpc>
              <a:spcBef>
                <a:spcPts val="0"/>
              </a:spcBef>
              <a:spcAft>
                <a:spcPts val="0"/>
              </a:spcAft>
              <a:buClr>
                <a:srgbClr val="000000"/>
              </a:buClr>
              <a:buSzPts val="1453"/>
              <a:buFont typeface="Arial" panose="020B0604020202090204"/>
              <a:buNone/>
            </a:pPr>
            <a:r>
              <a:rPr lang="en-US" sz="1455" b="0" i="0" u="none" strike="noStrike" cap="none">
                <a:solidFill>
                  <a:srgbClr val="343434"/>
                </a:solidFill>
                <a:latin typeface="DM Sans"/>
                <a:ea typeface="DM Sans"/>
                <a:cs typeface="DM Sans"/>
                <a:sym typeface="DM Sans"/>
              </a:rPr>
              <a:t>HOME</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119" name="Google Shape;119;p3"/>
          <p:cNvSpPr txBox="1"/>
          <p:nvPr/>
        </p:nvSpPr>
        <p:spPr>
          <a:xfrm>
            <a:off x="13424041" y="1111629"/>
            <a:ext cx="847412" cy="221513"/>
          </a:xfrm>
          <a:prstGeom prst="rect">
            <a:avLst/>
          </a:prstGeom>
          <a:noFill/>
          <a:ln>
            <a:noFill/>
          </a:ln>
        </p:spPr>
        <p:txBody>
          <a:bodyPr spcFirstLastPara="1" wrap="square" lIns="0" tIns="0" rIns="0" bIns="0" anchor="t" anchorCtr="0">
            <a:spAutoFit/>
          </a:bodyPr>
          <a:lstStyle/>
          <a:p>
            <a:pPr marL="0" marR="0" lvl="1" indent="0" algn="ctr" rtl="0">
              <a:lnSpc>
                <a:spcPct val="129000"/>
              </a:lnSpc>
              <a:spcBef>
                <a:spcPts val="0"/>
              </a:spcBef>
              <a:spcAft>
                <a:spcPts val="0"/>
              </a:spcAft>
              <a:buClr>
                <a:srgbClr val="000000"/>
              </a:buClr>
              <a:buSzPts val="1453"/>
              <a:buFont typeface="Arial" panose="020B0604020202090204"/>
              <a:buNone/>
            </a:pPr>
            <a:r>
              <a:rPr lang="en-US" sz="1455" b="0" i="0" u="none" strike="noStrike" cap="none">
                <a:solidFill>
                  <a:srgbClr val="343434"/>
                </a:solidFill>
                <a:latin typeface="DM Sans"/>
                <a:ea typeface="DM Sans"/>
                <a:cs typeface="DM Sans"/>
                <a:sym typeface="DM Sans"/>
              </a:rPr>
              <a:t>SERVICE</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120" name="Google Shape;120;p3"/>
          <p:cNvSpPr txBox="1"/>
          <p:nvPr/>
        </p:nvSpPr>
        <p:spPr>
          <a:xfrm>
            <a:off x="14528628" y="1111629"/>
            <a:ext cx="1105735" cy="221513"/>
          </a:xfrm>
          <a:prstGeom prst="rect">
            <a:avLst/>
          </a:prstGeom>
          <a:noFill/>
          <a:ln>
            <a:noFill/>
          </a:ln>
        </p:spPr>
        <p:txBody>
          <a:bodyPr spcFirstLastPara="1" wrap="square" lIns="0" tIns="0" rIns="0" bIns="0" anchor="t" anchorCtr="0">
            <a:spAutoFit/>
          </a:bodyPr>
          <a:lstStyle/>
          <a:p>
            <a:pPr marL="0" marR="0" lvl="1" indent="0" algn="ctr" rtl="0">
              <a:lnSpc>
                <a:spcPct val="129000"/>
              </a:lnSpc>
              <a:spcBef>
                <a:spcPts val="0"/>
              </a:spcBef>
              <a:spcAft>
                <a:spcPts val="0"/>
              </a:spcAft>
              <a:buClr>
                <a:srgbClr val="000000"/>
              </a:buClr>
              <a:buSzPts val="1453"/>
              <a:buFont typeface="Arial" panose="020B0604020202090204"/>
              <a:buNone/>
            </a:pPr>
            <a:r>
              <a:rPr lang="en-US" sz="1455" b="0" i="0" u="none" strike="noStrike" cap="none">
                <a:solidFill>
                  <a:srgbClr val="343434"/>
                </a:solidFill>
                <a:latin typeface="DM Sans"/>
                <a:ea typeface="DM Sans"/>
                <a:cs typeface="DM Sans"/>
                <a:sym typeface="DM Sans"/>
              </a:rPr>
              <a:t>ABOUT US</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121" name="Google Shape;121;p3"/>
          <p:cNvSpPr txBox="1"/>
          <p:nvPr/>
        </p:nvSpPr>
        <p:spPr>
          <a:xfrm>
            <a:off x="15923945" y="1111629"/>
            <a:ext cx="1335355" cy="221513"/>
          </a:xfrm>
          <a:prstGeom prst="rect">
            <a:avLst/>
          </a:prstGeom>
          <a:noFill/>
          <a:ln>
            <a:noFill/>
          </a:ln>
        </p:spPr>
        <p:txBody>
          <a:bodyPr spcFirstLastPara="1" wrap="square" lIns="0" tIns="0" rIns="0" bIns="0" anchor="t" anchorCtr="0">
            <a:spAutoFit/>
          </a:bodyPr>
          <a:lstStyle/>
          <a:p>
            <a:pPr marL="0" marR="0" lvl="1" indent="0" algn="ctr" rtl="0">
              <a:lnSpc>
                <a:spcPct val="129000"/>
              </a:lnSpc>
              <a:spcBef>
                <a:spcPts val="0"/>
              </a:spcBef>
              <a:spcAft>
                <a:spcPts val="0"/>
              </a:spcAft>
              <a:buClr>
                <a:srgbClr val="000000"/>
              </a:buClr>
              <a:buSzPts val="1453"/>
              <a:buFont typeface="Arial" panose="020B0604020202090204"/>
              <a:buNone/>
            </a:pPr>
            <a:r>
              <a:rPr lang="en-US" sz="1455" b="0" i="0" u="none" strike="noStrike" cap="none">
                <a:solidFill>
                  <a:srgbClr val="343434"/>
                </a:solidFill>
                <a:latin typeface="DM Sans"/>
                <a:ea typeface="DM Sans"/>
                <a:cs typeface="DM Sans"/>
                <a:sym typeface="DM Sans"/>
              </a:rPr>
              <a:t>CONTACT US</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122" name="Google Shape;122;p3"/>
          <p:cNvSpPr txBox="1"/>
          <p:nvPr/>
        </p:nvSpPr>
        <p:spPr>
          <a:xfrm>
            <a:off x="16253563" y="8991600"/>
            <a:ext cx="1005737" cy="266700"/>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Clr>
                <a:srgbClr val="000000"/>
              </a:buClr>
              <a:buSzPts val="1500"/>
              <a:buFont typeface="Arial" panose="020B0604020202090204"/>
              <a:buNone/>
            </a:pPr>
            <a:r>
              <a:rPr lang="en-US" sz="1500" b="1" i="0" u="none" strike="noStrike" cap="none">
                <a:solidFill>
                  <a:srgbClr val="343434"/>
                </a:solidFill>
                <a:latin typeface="DM Sans"/>
                <a:ea typeface="DM Sans"/>
                <a:cs typeface="DM Sans"/>
                <a:sym typeface="DM Sans"/>
              </a:rPr>
              <a:t>Page 03</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123" name="Google Shape;123;p3"/>
          <p:cNvSpPr txBox="1"/>
          <p:nvPr/>
        </p:nvSpPr>
        <p:spPr>
          <a:xfrm>
            <a:off x="85924" y="182065"/>
            <a:ext cx="4479095" cy="243569"/>
          </a:xfrm>
          <a:prstGeom prst="rect">
            <a:avLst/>
          </a:prstGeom>
          <a:noFill/>
          <a:ln>
            <a:noFill/>
          </a:ln>
        </p:spPr>
        <p:txBody>
          <a:bodyPr spcFirstLastPara="1" wrap="square" lIns="0" tIns="0" rIns="0" bIns="0" anchor="t" anchorCtr="0">
            <a:spAutoFit/>
          </a:bodyPr>
          <a:lstStyle/>
          <a:p>
            <a:pPr marL="0" marR="0" lvl="0" indent="0" algn="l" rtl="0">
              <a:lnSpc>
                <a:spcPct val="101000"/>
              </a:lnSpc>
              <a:spcBef>
                <a:spcPts val="0"/>
              </a:spcBef>
              <a:spcAft>
                <a:spcPts val="0"/>
              </a:spcAft>
              <a:buClr>
                <a:srgbClr val="000000"/>
              </a:buClr>
              <a:buSzPts val="1804"/>
              <a:buFont typeface="Arial" panose="020B0604020202090204"/>
              <a:buNone/>
            </a:pPr>
            <a:r>
              <a:rPr lang="en-US" sz="1805" b="1" i="0" u="none" strike="noStrike" cap="none">
                <a:solidFill>
                  <a:srgbClr val="343434"/>
                </a:solidFill>
                <a:latin typeface="DM Sans"/>
                <a:ea typeface="DM Sans"/>
                <a:cs typeface="DM Sans"/>
                <a:sym typeface="DM Sans"/>
              </a:rPr>
              <a:t>UNIVERSITAS PAMULANG KOTA SERANG</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124" name="Google Shape;124;p3"/>
          <p:cNvSpPr txBox="1"/>
          <p:nvPr/>
        </p:nvSpPr>
        <p:spPr>
          <a:xfrm>
            <a:off x="488200" y="2169000"/>
            <a:ext cx="11505000" cy="26871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0"/>
              </a:spcAft>
              <a:buClr>
                <a:schemeClr val="dk1"/>
              </a:buClr>
              <a:buSzPts val="1100"/>
              <a:buFont typeface="Arial" panose="020B0604020202090204"/>
              <a:buNone/>
            </a:pPr>
            <a:r>
              <a:rPr lang="en-US" sz="2100">
                <a:solidFill>
                  <a:schemeClr val="dk1"/>
                </a:solidFill>
              </a:rPr>
              <a:t>Berikut adalah beberapa elemen semantik yang umum digunakan dalam HTML5:</a:t>
            </a:r>
            <a:endParaRPr sz="2100">
              <a:solidFill>
                <a:schemeClr val="dk1"/>
              </a:solidFill>
            </a:endParaRPr>
          </a:p>
          <a:p>
            <a:pPr marL="0" lvl="0" indent="0" algn="l" rtl="0">
              <a:lnSpc>
                <a:spcPct val="115000"/>
              </a:lnSpc>
              <a:spcBef>
                <a:spcPts val="1400"/>
              </a:spcBef>
              <a:spcAft>
                <a:spcPts val="0"/>
              </a:spcAft>
              <a:buClr>
                <a:schemeClr val="dk1"/>
              </a:buClr>
              <a:buSzPts val="1100"/>
              <a:buFont typeface="Arial" panose="020B0604020202090204"/>
              <a:buNone/>
            </a:pPr>
            <a:r>
              <a:rPr lang="en-US" sz="2300" b="1">
                <a:solidFill>
                  <a:schemeClr val="dk1"/>
                </a:solidFill>
              </a:rPr>
              <a:t>1. </a:t>
            </a:r>
            <a:r>
              <a:rPr lang="en-US" sz="2300" b="1">
                <a:solidFill>
                  <a:srgbClr val="188038"/>
                </a:solidFill>
                <a:latin typeface="Roboto Mono" panose="00000009000000000000"/>
                <a:ea typeface="Roboto Mono" panose="00000009000000000000"/>
                <a:cs typeface="Roboto Mono" panose="00000009000000000000"/>
                <a:sym typeface="Roboto Mono" panose="00000009000000000000"/>
              </a:rPr>
              <a:t>&lt;header&gt;</a:t>
            </a:r>
            <a:endParaRPr sz="2300" b="1">
              <a:solidFill>
                <a:srgbClr val="188038"/>
              </a:solidFill>
              <a:latin typeface="Roboto Mono" panose="00000009000000000000"/>
              <a:ea typeface="Roboto Mono" panose="00000009000000000000"/>
              <a:cs typeface="Roboto Mono" panose="00000009000000000000"/>
              <a:sym typeface="Roboto Mono" panose="00000009000000000000"/>
            </a:endParaRPr>
          </a:p>
          <a:p>
            <a:pPr marL="0" lvl="0" indent="0" algn="l" rtl="0">
              <a:lnSpc>
                <a:spcPct val="115000"/>
              </a:lnSpc>
              <a:spcBef>
                <a:spcPts val="1200"/>
              </a:spcBef>
              <a:spcAft>
                <a:spcPts val="0"/>
              </a:spcAft>
              <a:buClr>
                <a:schemeClr val="dk1"/>
              </a:buClr>
              <a:buSzPts val="1100"/>
              <a:buFont typeface="Arial" panose="020B0604020202090204"/>
              <a:buNone/>
            </a:pPr>
            <a:r>
              <a:rPr lang="en-US" sz="2100">
                <a:solidFill>
                  <a:schemeClr val="dk1"/>
                </a:solidFill>
              </a:rPr>
              <a:t>Digunakan untuk mendefinisikan bagian header dari sebuah halaman atau bagian dari halaman. Biasanya berisi judul, logo, dan navigasi.</a:t>
            </a:r>
            <a:endParaRPr sz="2100">
              <a:solidFill>
                <a:schemeClr val="dk1"/>
              </a:solidFill>
            </a:endParaRPr>
          </a:p>
          <a:p>
            <a:pPr marL="0" marR="0" lvl="0" indent="0" algn="l" rtl="0">
              <a:lnSpc>
                <a:spcPct val="115000"/>
              </a:lnSpc>
              <a:spcBef>
                <a:spcPts val="1200"/>
              </a:spcBef>
              <a:spcAft>
                <a:spcPts val="0"/>
              </a:spcAft>
              <a:buClr>
                <a:srgbClr val="000000"/>
              </a:buClr>
              <a:buSzPts val="4100"/>
              <a:buFont typeface="Arial" panose="020B0604020202090204"/>
              <a:buNone/>
            </a:pPr>
            <a:endParaRPr sz="3200">
              <a:solidFill>
                <a:schemeClr val="dk1"/>
              </a:solidFill>
            </a:endParaRPr>
          </a:p>
        </p:txBody>
      </p:sp>
      <p:sp>
        <p:nvSpPr>
          <p:cNvPr id="125" name="Google Shape;125;p3"/>
          <p:cNvSpPr/>
          <p:nvPr/>
        </p:nvSpPr>
        <p:spPr>
          <a:xfrm>
            <a:off x="14008032" y="2976004"/>
            <a:ext cx="3701593" cy="4723610"/>
          </a:xfrm>
          <a:custGeom>
            <a:avLst/>
            <a:gdLst/>
            <a:ahLst/>
            <a:cxnLst/>
            <a:rect l="l" t="t" r="r" b="b"/>
            <a:pathLst>
              <a:path w="3701593" h="4723610" extrusionOk="0">
                <a:moveTo>
                  <a:pt x="0" y="0"/>
                </a:moveTo>
                <a:lnTo>
                  <a:pt x="3701593" y="0"/>
                </a:lnTo>
                <a:lnTo>
                  <a:pt x="3701593" y="4723610"/>
                </a:lnTo>
                <a:lnTo>
                  <a:pt x="0" y="4723610"/>
                </a:lnTo>
                <a:lnTo>
                  <a:pt x="0" y="0"/>
                </a:lnTo>
                <a:close/>
              </a:path>
            </a:pathLst>
          </a:custGeom>
          <a:blipFill rotWithShape="1">
            <a:blip r:embed="rId2"/>
            <a:stretch>
              <a:fillRect/>
            </a:stretch>
          </a:blipFill>
          <a:ln>
            <a:noFill/>
          </a:ln>
        </p:spPr>
      </p:sp>
      <p:sp>
        <p:nvSpPr>
          <p:cNvPr id="126" name="Google Shape;126;p3"/>
          <p:cNvSpPr txBox="1"/>
          <p:nvPr/>
        </p:nvSpPr>
        <p:spPr>
          <a:xfrm>
            <a:off x="2900975" y="999200"/>
            <a:ext cx="9092100" cy="5232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Clr>
                <a:srgbClr val="000000"/>
              </a:buClr>
              <a:buSzPts val="6000"/>
              <a:buFont typeface="Arial" panose="020B0604020202090204"/>
              <a:buNone/>
            </a:pPr>
            <a:r>
              <a:rPr lang="en-US" sz="3400" b="1"/>
              <a:t>Elemen-Elemen Semantik dalam HTML5</a:t>
            </a:r>
            <a:endParaRPr sz="3400" b="1"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pic>
        <p:nvPicPr>
          <p:cNvPr id="127" name="Google Shape;127;p3"/>
          <p:cNvPicPr preferRelativeResize="0"/>
          <p:nvPr/>
        </p:nvPicPr>
        <p:blipFill>
          <a:blip r:embed="rId3"/>
          <a:stretch>
            <a:fillRect/>
          </a:stretch>
        </p:blipFill>
        <p:spPr>
          <a:xfrm>
            <a:off x="488200" y="4372950"/>
            <a:ext cx="11830050" cy="440055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5EC"/>
        </a:solidFill>
        <a:effectLst/>
      </p:bgPr>
    </p:bg>
    <p:spTree>
      <p:nvGrpSpPr>
        <p:cNvPr id="131" name="Shape 131"/>
        <p:cNvGrpSpPr/>
        <p:nvPr/>
      </p:nvGrpSpPr>
      <p:grpSpPr>
        <a:xfrm>
          <a:off x="0" y="0"/>
          <a:ext cx="0" cy="0"/>
          <a:chOff x="0" y="0"/>
          <a:chExt cx="0" cy="0"/>
        </a:xfrm>
      </p:grpSpPr>
      <p:sp>
        <p:nvSpPr>
          <p:cNvPr id="132" name="Google Shape;132;p4"/>
          <p:cNvSpPr/>
          <p:nvPr/>
        </p:nvSpPr>
        <p:spPr>
          <a:xfrm>
            <a:off x="14669258" y="1865429"/>
            <a:ext cx="3102858" cy="5004610"/>
          </a:xfrm>
          <a:custGeom>
            <a:avLst/>
            <a:gdLst/>
            <a:ahLst/>
            <a:cxnLst/>
            <a:rect l="l" t="t" r="r" b="b"/>
            <a:pathLst>
              <a:path w="3102858" h="5004610" extrusionOk="0">
                <a:moveTo>
                  <a:pt x="0" y="0"/>
                </a:moveTo>
                <a:lnTo>
                  <a:pt x="3102858" y="0"/>
                </a:lnTo>
                <a:lnTo>
                  <a:pt x="3102858" y="5004610"/>
                </a:lnTo>
                <a:lnTo>
                  <a:pt x="0" y="5004610"/>
                </a:lnTo>
                <a:lnTo>
                  <a:pt x="0" y="0"/>
                </a:lnTo>
                <a:close/>
              </a:path>
            </a:pathLst>
          </a:custGeom>
          <a:blipFill rotWithShape="1">
            <a:blip r:embed="rId1"/>
            <a:stretch>
              <a:fillRect/>
            </a:stretch>
          </a:blipFill>
          <a:ln>
            <a:noFill/>
          </a:ln>
        </p:spPr>
      </p:sp>
      <p:sp>
        <p:nvSpPr>
          <p:cNvPr id="133" name="Google Shape;133;p4"/>
          <p:cNvSpPr txBox="1"/>
          <p:nvPr/>
        </p:nvSpPr>
        <p:spPr>
          <a:xfrm>
            <a:off x="12319860" y="1111629"/>
            <a:ext cx="847412" cy="221513"/>
          </a:xfrm>
          <a:prstGeom prst="rect">
            <a:avLst/>
          </a:prstGeom>
          <a:noFill/>
          <a:ln>
            <a:noFill/>
          </a:ln>
        </p:spPr>
        <p:txBody>
          <a:bodyPr spcFirstLastPara="1" wrap="square" lIns="0" tIns="0" rIns="0" bIns="0" anchor="t" anchorCtr="0">
            <a:spAutoFit/>
          </a:bodyPr>
          <a:lstStyle/>
          <a:p>
            <a:pPr marL="0" marR="0" lvl="1" indent="0" algn="ctr" rtl="0">
              <a:lnSpc>
                <a:spcPct val="129000"/>
              </a:lnSpc>
              <a:spcBef>
                <a:spcPts val="0"/>
              </a:spcBef>
              <a:spcAft>
                <a:spcPts val="0"/>
              </a:spcAft>
              <a:buClr>
                <a:srgbClr val="000000"/>
              </a:buClr>
              <a:buSzPts val="1453"/>
              <a:buFont typeface="Arial" panose="020B0604020202090204"/>
              <a:buNone/>
            </a:pPr>
            <a:r>
              <a:rPr lang="en-US" sz="1455" b="0" i="0" u="none" strike="noStrike" cap="none">
                <a:solidFill>
                  <a:srgbClr val="343434"/>
                </a:solidFill>
                <a:latin typeface="DM Sans"/>
                <a:ea typeface="DM Sans"/>
                <a:cs typeface="DM Sans"/>
                <a:sym typeface="DM Sans"/>
              </a:rPr>
              <a:t>HOME</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134" name="Google Shape;134;p4"/>
          <p:cNvSpPr txBox="1"/>
          <p:nvPr/>
        </p:nvSpPr>
        <p:spPr>
          <a:xfrm>
            <a:off x="13424041" y="1111629"/>
            <a:ext cx="847412" cy="221513"/>
          </a:xfrm>
          <a:prstGeom prst="rect">
            <a:avLst/>
          </a:prstGeom>
          <a:noFill/>
          <a:ln>
            <a:noFill/>
          </a:ln>
        </p:spPr>
        <p:txBody>
          <a:bodyPr spcFirstLastPara="1" wrap="square" lIns="0" tIns="0" rIns="0" bIns="0" anchor="t" anchorCtr="0">
            <a:spAutoFit/>
          </a:bodyPr>
          <a:lstStyle/>
          <a:p>
            <a:pPr marL="0" marR="0" lvl="1" indent="0" algn="ctr" rtl="0">
              <a:lnSpc>
                <a:spcPct val="129000"/>
              </a:lnSpc>
              <a:spcBef>
                <a:spcPts val="0"/>
              </a:spcBef>
              <a:spcAft>
                <a:spcPts val="0"/>
              </a:spcAft>
              <a:buClr>
                <a:srgbClr val="000000"/>
              </a:buClr>
              <a:buSzPts val="1453"/>
              <a:buFont typeface="Arial" panose="020B0604020202090204"/>
              <a:buNone/>
            </a:pPr>
            <a:r>
              <a:rPr lang="en-US" sz="1455" b="0" i="0" u="none" strike="noStrike" cap="none">
                <a:solidFill>
                  <a:srgbClr val="343434"/>
                </a:solidFill>
                <a:latin typeface="DM Sans"/>
                <a:ea typeface="DM Sans"/>
                <a:cs typeface="DM Sans"/>
                <a:sym typeface="DM Sans"/>
              </a:rPr>
              <a:t>SERVICE</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135" name="Google Shape;135;p4"/>
          <p:cNvSpPr txBox="1"/>
          <p:nvPr/>
        </p:nvSpPr>
        <p:spPr>
          <a:xfrm>
            <a:off x="14528628" y="1111629"/>
            <a:ext cx="1105735" cy="221513"/>
          </a:xfrm>
          <a:prstGeom prst="rect">
            <a:avLst/>
          </a:prstGeom>
          <a:noFill/>
          <a:ln>
            <a:noFill/>
          </a:ln>
        </p:spPr>
        <p:txBody>
          <a:bodyPr spcFirstLastPara="1" wrap="square" lIns="0" tIns="0" rIns="0" bIns="0" anchor="t" anchorCtr="0">
            <a:spAutoFit/>
          </a:bodyPr>
          <a:lstStyle/>
          <a:p>
            <a:pPr marL="0" marR="0" lvl="1" indent="0" algn="ctr" rtl="0">
              <a:lnSpc>
                <a:spcPct val="129000"/>
              </a:lnSpc>
              <a:spcBef>
                <a:spcPts val="0"/>
              </a:spcBef>
              <a:spcAft>
                <a:spcPts val="0"/>
              </a:spcAft>
              <a:buClr>
                <a:srgbClr val="000000"/>
              </a:buClr>
              <a:buSzPts val="1453"/>
              <a:buFont typeface="Arial" panose="020B0604020202090204"/>
              <a:buNone/>
            </a:pPr>
            <a:r>
              <a:rPr lang="en-US" sz="1455" b="0" i="0" u="none" strike="noStrike" cap="none">
                <a:solidFill>
                  <a:srgbClr val="343434"/>
                </a:solidFill>
                <a:latin typeface="DM Sans"/>
                <a:ea typeface="DM Sans"/>
                <a:cs typeface="DM Sans"/>
                <a:sym typeface="DM Sans"/>
              </a:rPr>
              <a:t>ABOUT US</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136" name="Google Shape;136;p4"/>
          <p:cNvSpPr txBox="1"/>
          <p:nvPr/>
        </p:nvSpPr>
        <p:spPr>
          <a:xfrm>
            <a:off x="15923945" y="1111629"/>
            <a:ext cx="1335355" cy="221513"/>
          </a:xfrm>
          <a:prstGeom prst="rect">
            <a:avLst/>
          </a:prstGeom>
          <a:noFill/>
          <a:ln>
            <a:noFill/>
          </a:ln>
        </p:spPr>
        <p:txBody>
          <a:bodyPr spcFirstLastPara="1" wrap="square" lIns="0" tIns="0" rIns="0" bIns="0" anchor="t" anchorCtr="0">
            <a:spAutoFit/>
          </a:bodyPr>
          <a:lstStyle/>
          <a:p>
            <a:pPr marL="0" marR="0" lvl="1" indent="0" algn="ctr" rtl="0">
              <a:lnSpc>
                <a:spcPct val="129000"/>
              </a:lnSpc>
              <a:spcBef>
                <a:spcPts val="0"/>
              </a:spcBef>
              <a:spcAft>
                <a:spcPts val="0"/>
              </a:spcAft>
              <a:buClr>
                <a:srgbClr val="000000"/>
              </a:buClr>
              <a:buSzPts val="1453"/>
              <a:buFont typeface="Arial" panose="020B0604020202090204"/>
              <a:buNone/>
            </a:pPr>
            <a:r>
              <a:rPr lang="en-US" sz="1455" b="0" i="0" u="none" strike="noStrike" cap="none">
                <a:solidFill>
                  <a:srgbClr val="343434"/>
                </a:solidFill>
                <a:latin typeface="DM Sans"/>
                <a:ea typeface="DM Sans"/>
                <a:cs typeface="DM Sans"/>
                <a:sym typeface="DM Sans"/>
              </a:rPr>
              <a:t>CONTACT US</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137" name="Google Shape;137;p4"/>
          <p:cNvSpPr txBox="1"/>
          <p:nvPr/>
        </p:nvSpPr>
        <p:spPr>
          <a:xfrm>
            <a:off x="732300" y="1111613"/>
            <a:ext cx="12874200" cy="7828800"/>
          </a:xfrm>
          <a:prstGeom prst="rect">
            <a:avLst/>
          </a:prstGeom>
          <a:noFill/>
          <a:ln>
            <a:noFill/>
          </a:ln>
        </p:spPr>
        <p:txBody>
          <a:bodyPr spcFirstLastPara="1" wrap="square" lIns="0" tIns="0" rIns="0" bIns="0" anchor="t" anchorCtr="0">
            <a:spAutoFit/>
          </a:bodyPr>
          <a:lstStyle/>
          <a:p>
            <a:pPr marL="0" lvl="0" indent="0" algn="l" rtl="0">
              <a:lnSpc>
                <a:spcPct val="115000"/>
              </a:lnSpc>
              <a:spcBef>
                <a:spcPts val="1400"/>
              </a:spcBef>
              <a:spcAft>
                <a:spcPts val="0"/>
              </a:spcAft>
              <a:buClr>
                <a:schemeClr val="dk1"/>
              </a:buClr>
              <a:buSzPts val="1100"/>
              <a:buFont typeface="Arial" panose="020B0604020202090204"/>
              <a:buNone/>
            </a:pPr>
            <a:r>
              <a:rPr lang="en-US" sz="2600" b="1">
                <a:solidFill>
                  <a:schemeClr val="dk1"/>
                </a:solidFill>
              </a:rPr>
              <a:t>2. </a:t>
            </a:r>
            <a:r>
              <a:rPr lang="en-US" sz="2600" b="1">
                <a:solidFill>
                  <a:srgbClr val="188038"/>
                </a:solidFill>
                <a:latin typeface="Roboto Mono" panose="00000009000000000000"/>
                <a:ea typeface="Roboto Mono" panose="00000009000000000000"/>
                <a:cs typeface="Roboto Mono" panose="00000009000000000000"/>
                <a:sym typeface="Roboto Mono" panose="00000009000000000000"/>
              </a:rPr>
              <a:t>&lt;nav&gt;</a:t>
            </a:r>
            <a:endParaRPr sz="2600" b="1">
              <a:solidFill>
                <a:srgbClr val="188038"/>
              </a:solidFill>
              <a:latin typeface="Roboto Mono" panose="00000009000000000000"/>
              <a:ea typeface="Roboto Mono" panose="00000009000000000000"/>
              <a:cs typeface="Roboto Mono" panose="00000009000000000000"/>
              <a:sym typeface="Roboto Mono" panose="00000009000000000000"/>
            </a:endParaRPr>
          </a:p>
          <a:p>
            <a:pPr marL="0" lvl="0" indent="0" algn="l" rtl="0">
              <a:lnSpc>
                <a:spcPct val="115000"/>
              </a:lnSpc>
              <a:spcBef>
                <a:spcPts val="1200"/>
              </a:spcBef>
              <a:spcAft>
                <a:spcPts val="0"/>
              </a:spcAft>
              <a:buClr>
                <a:schemeClr val="dk1"/>
              </a:buClr>
              <a:buSzPts val="1100"/>
              <a:buFont typeface="Arial" panose="020B0604020202090204"/>
              <a:buNone/>
            </a:pPr>
            <a:r>
              <a:rPr lang="en-US" sz="2400">
                <a:solidFill>
                  <a:schemeClr val="dk1"/>
                </a:solidFill>
              </a:rPr>
              <a:t>Digunakan untuk mendefinisikan bagian navigasi dari halaman. Elemen ini biasanya berisi tautan ke halaman lain atau bagian lain dari halaman yang sama.</a:t>
            </a:r>
            <a:endParaRPr sz="2400">
              <a:solidFill>
                <a:schemeClr val="dk1"/>
              </a:solidFill>
            </a:endParaRPr>
          </a:p>
          <a:p>
            <a:pPr marL="0" lvl="0" indent="0" algn="l" rtl="0">
              <a:lnSpc>
                <a:spcPct val="115000"/>
              </a:lnSpc>
              <a:spcBef>
                <a:spcPts val="1200"/>
              </a:spcBef>
              <a:spcAft>
                <a:spcPts val="0"/>
              </a:spcAft>
              <a:buClr>
                <a:schemeClr val="dk1"/>
              </a:buClr>
              <a:buSzPts val="1100"/>
              <a:buFont typeface="Arial" panose="020B0604020202090204"/>
              <a:buNone/>
            </a:pPr>
            <a:endParaRPr sz="2400">
              <a:solidFill>
                <a:schemeClr val="dk1"/>
              </a:solidFill>
            </a:endParaRPr>
          </a:p>
          <a:p>
            <a:pPr marL="0" lvl="0" indent="0" algn="l" rtl="0">
              <a:lnSpc>
                <a:spcPct val="115000"/>
              </a:lnSpc>
              <a:spcBef>
                <a:spcPts val="1200"/>
              </a:spcBef>
              <a:spcAft>
                <a:spcPts val="0"/>
              </a:spcAft>
              <a:buClr>
                <a:schemeClr val="dk1"/>
              </a:buClr>
              <a:buSzPts val="1100"/>
              <a:buFont typeface="Arial" panose="020B0604020202090204"/>
              <a:buNone/>
            </a:pPr>
            <a:endParaRPr sz="2400">
              <a:solidFill>
                <a:schemeClr val="dk1"/>
              </a:solidFill>
            </a:endParaRPr>
          </a:p>
          <a:p>
            <a:pPr marL="0" lvl="0" indent="0" algn="l" rtl="0">
              <a:lnSpc>
                <a:spcPct val="115000"/>
              </a:lnSpc>
              <a:spcBef>
                <a:spcPts val="1200"/>
              </a:spcBef>
              <a:spcAft>
                <a:spcPts val="0"/>
              </a:spcAft>
              <a:buClr>
                <a:schemeClr val="dk1"/>
              </a:buClr>
              <a:buSzPts val="1100"/>
              <a:buFont typeface="Arial" panose="020B0604020202090204"/>
              <a:buNone/>
            </a:pPr>
            <a:endParaRPr sz="2400">
              <a:solidFill>
                <a:schemeClr val="dk1"/>
              </a:solidFill>
            </a:endParaRPr>
          </a:p>
          <a:p>
            <a:pPr marL="0" lvl="0" indent="0" algn="l" rtl="0">
              <a:lnSpc>
                <a:spcPct val="115000"/>
              </a:lnSpc>
              <a:spcBef>
                <a:spcPts val="1200"/>
              </a:spcBef>
              <a:spcAft>
                <a:spcPts val="0"/>
              </a:spcAft>
              <a:buClr>
                <a:schemeClr val="dk1"/>
              </a:buClr>
              <a:buSzPts val="1100"/>
              <a:buFont typeface="Arial" panose="020B0604020202090204"/>
              <a:buNone/>
            </a:pPr>
            <a:endParaRPr sz="2400">
              <a:solidFill>
                <a:schemeClr val="dk1"/>
              </a:solidFill>
            </a:endParaRPr>
          </a:p>
          <a:p>
            <a:pPr marL="0" lvl="0" indent="0" algn="l" rtl="0">
              <a:lnSpc>
                <a:spcPct val="115000"/>
              </a:lnSpc>
              <a:spcBef>
                <a:spcPts val="1200"/>
              </a:spcBef>
              <a:spcAft>
                <a:spcPts val="0"/>
              </a:spcAft>
              <a:buClr>
                <a:schemeClr val="dk1"/>
              </a:buClr>
              <a:buSzPts val="1100"/>
              <a:buFont typeface="Arial" panose="020B0604020202090204"/>
              <a:buNone/>
            </a:pPr>
            <a:endParaRPr sz="2400">
              <a:solidFill>
                <a:schemeClr val="dk1"/>
              </a:solidFill>
            </a:endParaRPr>
          </a:p>
          <a:p>
            <a:pPr marL="0" lvl="0" indent="0" algn="l" rtl="0">
              <a:lnSpc>
                <a:spcPct val="115000"/>
              </a:lnSpc>
              <a:spcBef>
                <a:spcPts val="1200"/>
              </a:spcBef>
              <a:spcAft>
                <a:spcPts val="0"/>
              </a:spcAft>
              <a:buClr>
                <a:schemeClr val="dk1"/>
              </a:buClr>
              <a:buSzPts val="1100"/>
              <a:buFont typeface="Arial" panose="020B0604020202090204"/>
              <a:buNone/>
            </a:pPr>
            <a:endParaRPr sz="2400">
              <a:solidFill>
                <a:schemeClr val="dk1"/>
              </a:solidFill>
            </a:endParaRPr>
          </a:p>
          <a:p>
            <a:pPr marL="0" lvl="0" indent="0" algn="l" rtl="0">
              <a:lnSpc>
                <a:spcPct val="115000"/>
              </a:lnSpc>
              <a:spcBef>
                <a:spcPts val="1400"/>
              </a:spcBef>
              <a:spcAft>
                <a:spcPts val="0"/>
              </a:spcAft>
              <a:buClr>
                <a:schemeClr val="dk1"/>
              </a:buClr>
              <a:buSzPts val="1100"/>
              <a:buFont typeface="Arial" panose="020B0604020202090204"/>
              <a:buNone/>
            </a:pPr>
            <a:r>
              <a:rPr lang="en-US" sz="2500" b="1">
                <a:solidFill>
                  <a:schemeClr val="dk1"/>
                </a:solidFill>
              </a:rPr>
              <a:t>3. </a:t>
            </a:r>
            <a:r>
              <a:rPr lang="en-US" sz="2500" b="1">
                <a:solidFill>
                  <a:srgbClr val="188038"/>
                </a:solidFill>
                <a:latin typeface="Roboto Mono" panose="00000009000000000000"/>
                <a:ea typeface="Roboto Mono" panose="00000009000000000000"/>
                <a:cs typeface="Roboto Mono" panose="00000009000000000000"/>
                <a:sym typeface="Roboto Mono" panose="00000009000000000000"/>
              </a:rPr>
              <a:t>&lt;main&gt;</a:t>
            </a:r>
            <a:endParaRPr sz="2500" b="1">
              <a:solidFill>
                <a:srgbClr val="188038"/>
              </a:solidFill>
              <a:latin typeface="Roboto Mono" panose="00000009000000000000"/>
              <a:ea typeface="Roboto Mono" panose="00000009000000000000"/>
              <a:cs typeface="Roboto Mono" panose="00000009000000000000"/>
              <a:sym typeface="Roboto Mono" panose="00000009000000000000"/>
            </a:endParaRPr>
          </a:p>
          <a:p>
            <a:pPr marL="0" lvl="0" indent="0" algn="l" rtl="0">
              <a:lnSpc>
                <a:spcPct val="115000"/>
              </a:lnSpc>
              <a:spcBef>
                <a:spcPts val="1200"/>
              </a:spcBef>
              <a:spcAft>
                <a:spcPts val="0"/>
              </a:spcAft>
              <a:buClr>
                <a:schemeClr val="dk1"/>
              </a:buClr>
              <a:buSzPts val="1100"/>
              <a:buFont typeface="Arial" panose="020B0604020202090204"/>
              <a:buNone/>
            </a:pPr>
            <a:r>
              <a:rPr lang="en-US" sz="2300">
                <a:solidFill>
                  <a:schemeClr val="dk1"/>
                </a:solidFill>
              </a:rPr>
              <a:t>Digunakan untuk mendefinisikan konten utama dari halaman. Hanya ada satu elemen </a:t>
            </a:r>
            <a:r>
              <a:rPr lang="en-US" sz="2300">
                <a:solidFill>
                  <a:srgbClr val="188038"/>
                </a:solidFill>
                <a:latin typeface="Roboto Mono" panose="00000009000000000000"/>
                <a:ea typeface="Roboto Mono" panose="00000009000000000000"/>
                <a:cs typeface="Roboto Mono" panose="00000009000000000000"/>
                <a:sym typeface="Roboto Mono" panose="00000009000000000000"/>
              </a:rPr>
              <a:t>&lt;main&gt;</a:t>
            </a:r>
            <a:r>
              <a:rPr lang="en-US" sz="2300">
                <a:solidFill>
                  <a:schemeClr val="dk1"/>
                </a:solidFill>
              </a:rPr>
              <a:t> dalam satu halaman.</a:t>
            </a:r>
            <a:endParaRPr sz="2300">
              <a:solidFill>
                <a:schemeClr val="dk1"/>
              </a:solidFill>
            </a:endParaRPr>
          </a:p>
          <a:p>
            <a:pPr marL="0" lvl="0" indent="0" algn="l" rtl="0">
              <a:lnSpc>
                <a:spcPct val="115000"/>
              </a:lnSpc>
              <a:spcBef>
                <a:spcPts val="1200"/>
              </a:spcBef>
              <a:spcAft>
                <a:spcPts val="0"/>
              </a:spcAft>
              <a:buClr>
                <a:schemeClr val="dk1"/>
              </a:buClr>
              <a:buSzPts val="1100"/>
              <a:buFont typeface="Arial" panose="020B0604020202090204"/>
              <a:buNone/>
            </a:pPr>
            <a:endParaRPr sz="2400">
              <a:solidFill>
                <a:schemeClr val="dk1"/>
              </a:solidFill>
            </a:endParaRPr>
          </a:p>
          <a:p>
            <a:pPr marL="0" marR="0" lvl="0" indent="0" algn="just" rtl="0">
              <a:lnSpc>
                <a:spcPct val="140000"/>
              </a:lnSpc>
              <a:spcBef>
                <a:spcPts val="1200"/>
              </a:spcBef>
              <a:spcAft>
                <a:spcPts val="0"/>
              </a:spcAft>
              <a:buClr>
                <a:srgbClr val="000000"/>
              </a:buClr>
              <a:buSzPts val="1700"/>
              <a:buFont typeface="Arial" panose="020B0604020202090204"/>
              <a:buNone/>
            </a:pPr>
            <a:endParaRPr sz="3700" b="1">
              <a:solidFill>
                <a:schemeClr val="dk1"/>
              </a:solidFill>
            </a:endParaRPr>
          </a:p>
        </p:txBody>
      </p:sp>
      <p:sp>
        <p:nvSpPr>
          <p:cNvPr id="138" name="Google Shape;138;p4"/>
          <p:cNvSpPr txBox="1"/>
          <p:nvPr/>
        </p:nvSpPr>
        <p:spPr>
          <a:xfrm>
            <a:off x="16253563" y="8991600"/>
            <a:ext cx="1005737" cy="266700"/>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Clr>
                <a:srgbClr val="000000"/>
              </a:buClr>
              <a:buSzPts val="1500"/>
              <a:buFont typeface="Arial" panose="020B0604020202090204"/>
              <a:buNone/>
            </a:pPr>
            <a:r>
              <a:rPr lang="en-US" sz="1500" b="1" i="0" u="none" strike="noStrike" cap="none">
                <a:solidFill>
                  <a:srgbClr val="343434"/>
                </a:solidFill>
                <a:latin typeface="DM Sans"/>
                <a:ea typeface="DM Sans"/>
                <a:cs typeface="DM Sans"/>
                <a:sym typeface="DM Sans"/>
              </a:rPr>
              <a:t>Page 04</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139" name="Google Shape;139;p4"/>
          <p:cNvSpPr txBox="1"/>
          <p:nvPr/>
        </p:nvSpPr>
        <p:spPr>
          <a:xfrm>
            <a:off x="85924" y="182065"/>
            <a:ext cx="4479095" cy="243569"/>
          </a:xfrm>
          <a:prstGeom prst="rect">
            <a:avLst/>
          </a:prstGeom>
          <a:noFill/>
          <a:ln>
            <a:noFill/>
          </a:ln>
        </p:spPr>
        <p:txBody>
          <a:bodyPr spcFirstLastPara="1" wrap="square" lIns="0" tIns="0" rIns="0" bIns="0" anchor="t" anchorCtr="0">
            <a:spAutoFit/>
          </a:bodyPr>
          <a:lstStyle/>
          <a:p>
            <a:pPr marL="0" marR="0" lvl="0" indent="0" algn="l" rtl="0">
              <a:lnSpc>
                <a:spcPct val="101000"/>
              </a:lnSpc>
              <a:spcBef>
                <a:spcPts val="0"/>
              </a:spcBef>
              <a:spcAft>
                <a:spcPts val="0"/>
              </a:spcAft>
              <a:buClr>
                <a:srgbClr val="000000"/>
              </a:buClr>
              <a:buSzPts val="1804"/>
              <a:buFont typeface="Arial" panose="020B0604020202090204"/>
              <a:buNone/>
            </a:pPr>
            <a:r>
              <a:rPr lang="en-US" sz="1805" b="1" i="0" u="none" strike="noStrike" cap="none">
                <a:solidFill>
                  <a:srgbClr val="343434"/>
                </a:solidFill>
                <a:latin typeface="DM Sans"/>
                <a:ea typeface="DM Sans"/>
                <a:cs typeface="DM Sans"/>
                <a:sym typeface="DM Sans"/>
              </a:rPr>
              <a:t>UNIVERSITAS PAMULANG KOTA SERANG</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pic>
        <p:nvPicPr>
          <p:cNvPr id="140" name="Google Shape;140;p4"/>
          <p:cNvPicPr preferRelativeResize="0"/>
          <p:nvPr/>
        </p:nvPicPr>
        <p:blipFill>
          <a:blip r:embed="rId2"/>
          <a:stretch>
            <a:fillRect/>
          </a:stretch>
        </p:blipFill>
        <p:spPr>
          <a:xfrm>
            <a:off x="732300" y="2862776"/>
            <a:ext cx="11353800" cy="3009900"/>
          </a:xfrm>
          <a:prstGeom prst="rect">
            <a:avLst/>
          </a:prstGeom>
          <a:noFill/>
          <a:ln>
            <a:noFill/>
          </a:ln>
        </p:spPr>
      </p:pic>
      <p:pic>
        <p:nvPicPr>
          <p:cNvPr id="141" name="Google Shape;141;p4"/>
          <p:cNvPicPr preferRelativeResize="0"/>
          <p:nvPr/>
        </p:nvPicPr>
        <p:blipFill>
          <a:blip r:embed="rId3"/>
          <a:stretch>
            <a:fillRect/>
          </a:stretch>
        </p:blipFill>
        <p:spPr>
          <a:xfrm>
            <a:off x="732300" y="7782725"/>
            <a:ext cx="11353800" cy="19050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5EC"/>
        </a:solidFill>
        <a:effectLst/>
      </p:bgPr>
    </p:bg>
    <p:spTree>
      <p:nvGrpSpPr>
        <p:cNvPr id="145" name="Shape 145"/>
        <p:cNvGrpSpPr/>
        <p:nvPr/>
      </p:nvGrpSpPr>
      <p:grpSpPr>
        <a:xfrm>
          <a:off x="0" y="0"/>
          <a:ext cx="0" cy="0"/>
          <a:chOff x="0" y="0"/>
          <a:chExt cx="0" cy="0"/>
        </a:xfrm>
      </p:grpSpPr>
      <p:sp>
        <p:nvSpPr>
          <p:cNvPr id="146" name="Google Shape;146;p5"/>
          <p:cNvSpPr/>
          <p:nvPr/>
        </p:nvSpPr>
        <p:spPr>
          <a:xfrm>
            <a:off x="-408835" y="-4485535"/>
            <a:ext cx="19258069" cy="19258069"/>
          </a:xfrm>
          <a:custGeom>
            <a:avLst/>
            <a:gdLst/>
            <a:ahLst/>
            <a:cxnLst/>
            <a:rect l="l" t="t" r="r" b="b"/>
            <a:pathLst>
              <a:path w="19258069" h="19258069" extrusionOk="0">
                <a:moveTo>
                  <a:pt x="0" y="0"/>
                </a:moveTo>
                <a:lnTo>
                  <a:pt x="19258070" y="0"/>
                </a:lnTo>
                <a:lnTo>
                  <a:pt x="19258070" y="19258070"/>
                </a:lnTo>
                <a:lnTo>
                  <a:pt x="0" y="19258070"/>
                </a:lnTo>
                <a:lnTo>
                  <a:pt x="0" y="0"/>
                </a:lnTo>
                <a:close/>
              </a:path>
            </a:pathLst>
          </a:custGeom>
          <a:blipFill rotWithShape="1">
            <a:blip r:embed="rId1">
              <a:alphaModFix amt="4000"/>
            </a:blip>
            <a:stretch>
              <a:fillRect/>
            </a:stretch>
          </a:blipFill>
          <a:ln>
            <a:noFill/>
          </a:ln>
        </p:spPr>
      </p:sp>
      <p:sp>
        <p:nvSpPr>
          <p:cNvPr id="147" name="Google Shape;147;p5"/>
          <p:cNvSpPr txBox="1"/>
          <p:nvPr/>
        </p:nvSpPr>
        <p:spPr>
          <a:xfrm>
            <a:off x="12319860" y="1111629"/>
            <a:ext cx="847412" cy="221513"/>
          </a:xfrm>
          <a:prstGeom prst="rect">
            <a:avLst/>
          </a:prstGeom>
          <a:noFill/>
          <a:ln>
            <a:noFill/>
          </a:ln>
        </p:spPr>
        <p:txBody>
          <a:bodyPr spcFirstLastPara="1" wrap="square" lIns="0" tIns="0" rIns="0" bIns="0" anchor="t" anchorCtr="0">
            <a:spAutoFit/>
          </a:bodyPr>
          <a:lstStyle/>
          <a:p>
            <a:pPr marL="0" marR="0" lvl="1" indent="0" algn="ctr" rtl="0">
              <a:lnSpc>
                <a:spcPct val="129000"/>
              </a:lnSpc>
              <a:spcBef>
                <a:spcPts val="0"/>
              </a:spcBef>
              <a:spcAft>
                <a:spcPts val="0"/>
              </a:spcAft>
              <a:buClr>
                <a:srgbClr val="000000"/>
              </a:buClr>
              <a:buSzPts val="1453"/>
              <a:buFont typeface="Arial" panose="020B0604020202090204"/>
              <a:buNone/>
            </a:pPr>
            <a:r>
              <a:rPr lang="en-US" sz="1455" b="0" i="0" u="none" strike="noStrike" cap="none">
                <a:solidFill>
                  <a:srgbClr val="343434"/>
                </a:solidFill>
                <a:latin typeface="DM Sans"/>
                <a:ea typeface="DM Sans"/>
                <a:cs typeface="DM Sans"/>
                <a:sym typeface="DM Sans"/>
              </a:rPr>
              <a:t>HOME</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148" name="Google Shape;148;p5"/>
          <p:cNvSpPr txBox="1"/>
          <p:nvPr/>
        </p:nvSpPr>
        <p:spPr>
          <a:xfrm>
            <a:off x="13424041" y="1111629"/>
            <a:ext cx="847412" cy="221513"/>
          </a:xfrm>
          <a:prstGeom prst="rect">
            <a:avLst/>
          </a:prstGeom>
          <a:noFill/>
          <a:ln>
            <a:noFill/>
          </a:ln>
        </p:spPr>
        <p:txBody>
          <a:bodyPr spcFirstLastPara="1" wrap="square" lIns="0" tIns="0" rIns="0" bIns="0" anchor="t" anchorCtr="0">
            <a:spAutoFit/>
          </a:bodyPr>
          <a:lstStyle/>
          <a:p>
            <a:pPr marL="0" marR="0" lvl="1" indent="0" algn="ctr" rtl="0">
              <a:lnSpc>
                <a:spcPct val="129000"/>
              </a:lnSpc>
              <a:spcBef>
                <a:spcPts val="0"/>
              </a:spcBef>
              <a:spcAft>
                <a:spcPts val="0"/>
              </a:spcAft>
              <a:buClr>
                <a:srgbClr val="000000"/>
              </a:buClr>
              <a:buSzPts val="1453"/>
              <a:buFont typeface="Arial" panose="020B0604020202090204"/>
              <a:buNone/>
            </a:pPr>
            <a:r>
              <a:rPr lang="en-US" sz="1455" b="0" i="0" u="none" strike="noStrike" cap="none">
                <a:solidFill>
                  <a:srgbClr val="343434"/>
                </a:solidFill>
                <a:latin typeface="DM Sans"/>
                <a:ea typeface="DM Sans"/>
                <a:cs typeface="DM Sans"/>
                <a:sym typeface="DM Sans"/>
              </a:rPr>
              <a:t>SERVICE</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149" name="Google Shape;149;p5"/>
          <p:cNvSpPr txBox="1"/>
          <p:nvPr/>
        </p:nvSpPr>
        <p:spPr>
          <a:xfrm>
            <a:off x="14528628" y="1111629"/>
            <a:ext cx="1105735" cy="221513"/>
          </a:xfrm>
          <a:prstGeom prst="rect">
            <a:avLst/>
          </a:prstGeom>
          <a:noFill/>
          <a:ln>
            <a:noFill/>
          </a:ln>
        </p:spPr>
        <p:txBody>
          <a:bodyPr spcFirstLastPara="1" wrap="square" lIns="0" tIns="0" rIns="0" bIns="0" anchor="t" anchorCtr="0">
            <a:spAutoFit/>
          </a:bodyPr>
          <a:lstStyle/>
          <a:p>
            <a:pPr marL="0" marR="0" lvl="1" indent="0" algn="ctr" rtl="0">
              <a:lnSpc>
                <a:spcPct val="129000"/>
              </a:lnSpc>
              <a:spcBef>
                <a:spcPts val="0"/>
              </a:spcBef>
              <a:spcAft>
                <a:spcPts val="0"/>
              </a:spcAft>
              <a:buClr>
                <a:srgbClr val="000000"/>
              </a:buClr>
              <a:buSzPts val="1453"/>
              <a:buFont typeface="Arial" panose="020B0604020202090204"/>
              <a:buNone/>
            </a:pPr>
            <a:r>
              <a:rPr lang="en-US" sz="1455" b="0" i="0" u="none" strike="noStrike" cap="none">
                <a:solidFill>
                  <a:srgbClr val="343434"/>
                </a:solidFill>
                <a:latin typeface="DM Sans"/>
                <a:ea typeface="DM Sans"/>
                <a:cs typeface="DM Sans"/>
                <a:sym typeface="DM Sans"/>
              </a:rPr>
              <a:t>ABOUT US</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150" name="Google Shape;150;p5"/>
          <p:cNvSpPr txBox="1"/>
          <p:nvPr/>
        </p:nvSpPr>
        <p:spPr>
          <a:xfrm>
            <a:off x="15923945" y="1111629"/>
            <a:ext cx="1335355" cy="221513"/>
          </a:xfrm>
          <a:prstGeom prst="rect">
            <a:avLst/>
          </a:prstGeom>
          <a:noFill/>
          <a:ln>
            <a:noFill/>
          </a:ln>
        </p:spPr>
        <p:txBody>
          <a:bodyPr spcFirstLastPara="1" wrap="square" lIns="0" tIns="0" rIns="0" bIns="0" anchor="t" anchorCtr="0">
            <a:spAutoFit/>
          </a:bodyPr>
          <a:lstStyle/>
          <a:p>
            <a:pPr marL="0" marR="0" lvl="1" indent="0" algn="ctr" rtl="0">
              <a:lnSpc>
                <a:spcPct val="129000"/>
              </a:lnSpc>
              <a:spcBef>
                <a:spcPts val="0"/>
              </a:spcBef>
              <a:spcAft>
                <a:spcPts val="0"/>
              </a:spcAft>
              <a:buClr>
                <a:srgbClr val="000000"/>
              </a:buClr>
              <a:buSzPts val="1453"/>
              <a:buFont typeface="Arial" panose="020B0604020202090204"/>
              <a:buNone/>
            </a:pPr>
            <a:r>
              <a:rPr lang="en-US" sz="1455" b="0" i="0" u="none" strike="noStrike" cap="none">
                <a:solidFill>
                  <a:srgbClr val="343434"/>
                </a:solidFill>
                <a:latin typeface="DM Sans"/>
                <a:ea typeface="DM Sans"/>
                <a:cs typeface="DM Sans"/>
                <a:sym typeface="DM Sans"/>
              </a:rPr>
              <a:t>CONTACT US</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151" name="Google Shape;151;p5"/>
          <p:cNvSpPr txBox="1"/>
          <p:nvPr/>
        </p:nvSpPr>
        <p:spPr>
          <a:xfrm>
            <a:off x="601750" y="1333150"/>
            <a:ext cx="12202500" cy="6383100"/>
          </a:xfrm>
          <a:prstGeom prst="rect">
            <a:avLst/>
          </a:prstGeom>
          <a:noFill/>
          <a:ln>
            <a:noFill/>
          </a:ln>
        </p:spPr>
        <p:txBody>
          <a:bodyPr spcFirstLastPara="1" wrap="square" lIns="0" tIns="0" rIns="0" bIns="0" anchor="t" anchorCtr="0">
            <a:spAutoFit/>
          </a:bodyPr>
          <a:lstStyle/>
          <a:p>
            <a:pPr marL="0" lvl="0" indent="0" algn="l" rtl="0">
              <a:lnSpc>
                <a:spcPct val="115000"/>
              </a:lnSpc>
              <a:spcBef>
                <a:spcPts val="1400"/>
              </a:spcBef>
              <a:spcAft>
                <a:spcPts val="0"/>
              </a:spcAft>
              <a:buClr>
                <a:schemeClr val="dk1"/>
              </a:buClr>
              <a:buSzPts val="1100"/>
              <a:buFont typeface="Arial" panose="020B0604020202090204"/>
              <a:buNone/>
            </a:pPr>
            <a:r>
              <a:rPr lang="en-US" sz="2400" b="1">
                <a:solidFill>
                  <a:schemeClr val="dk1"/>
                </a:solidFill>
              </a:rPr>
              <a:t>4. </a:t>
            </a:r>
            <a:r>
              <a:rPr lang="en-US" sz="2400" b="1">
                <a:solidFill>
                  <a:srgbClr val="188038"/>
                </a:solidFill>
                <a:latin typeface="Roboto Mono" panose="00000009000000000000"/>
                <a:ea typeface="Roboto Mono" panose="00000009000000000000"/>
                <a:cs typeface="Roboto Mono" panose="00000009000000000000"/>
                <a:sym typeface="Roboto Mono" panose="00000009000000000000"/>
              </a:rPr>
              <a:t>&lt;article&gt;</a:t>
            </a:r>
            <a:endParaRPr sz="2400" b="1">
              <a:solidFill>
                <a:srgbClr val="188038"/>
              </a:solidFill>
              <a:latin typeface="Roboto Mono" panose="00000009000000000000"/>
              <a:ea typeface="Roboto Mono" panose="00000009000000000000"/>
              <a:cs typeface="Roboto Mono" panose="00000009000000000000"/>
              <a:sym typeface="Roboto Mono" panose="00000009000000000000"/>
            </a:endParaRPr>
          </a:p>
          <a:p>
            <a:pPr marL="0" lvl="0" indent="0" algn="l" rtl="0">
              <a:lnSpc>
                <a:spcPct val="115000"/>
              </a:lnSpc>
              <a:spcBef>
                <a:spcPts val="1200"/>
              </a:spcBef>
              <a:spcAft>
                <a:spcPts val="0"/>
              </a:spcAft>
              <a:buClr>
                <a:schemeClr val="dk1"/>
              </a:buClr>
              <a:buSzPts val="1100"/>
              <a:buFont typeface="Arial" panose="020B0604020202090204"/>
              <a:buNone/>
            </a:pPr>
            <a:r>
              <a:rPr lang="en-US" sz="2200">
                <a:solidFill>
                  <a:schemeClr val="dk1"/>
                </a:solidFill>
              </a:rPr>
              <a:t>Digunakan untuk mendefinisikan konten independen yang dapat berdiri sendiri, seperti artikel berita atau posting blog.</a:t>
            </a:r>
            <a:endParaRPr sz="2200">
              <a:solidFill>
                <a:schemeClr val="dk1"/>
              </a:solidFill>
            </a:endParaRPr>
          </a:p>
          <a:p>
            <a:pPr marL="0" lvl="0" indent="0" algn="l" rtl="0">
              <a:lnSpc>
                <a:spcPct val="115000"/>
              </a:lnSpc>
              <a:spcBef>
                <a:spcPts val="1200"/>
              </a:spcBef>
              <a:spcAft>
                <a:spcPts val="0"/>
              </a:spcAft>
              <a:buClr>
                <a:schemeClr val="dk1"/>
              </a:buClr>
              <a:buSzPts val="1100"/>
              <a:buFont typeface="Arial" panose="020B0604020202090204"/>
              <a:buNone/>
            </a:pPr>
            <a:endParaRPr sz="2200">
              <a:solidFill>
                <a:schemeClr val="dk1"/>
              </a:solidFill>
            </a:endParaRPr>
          </a:p>
          <a:p>
            <a:pPr marL="0" lvl="0" indent="0" algn="l" rtl="0">
              <a:lnSpc>
                <a:spcPct val="115000"/>
              </a:lnSpc>
              <a:spcBef>
                <a:spcPts val="1200"/>
              </a:spcBef>
              <a:spcAft>
                <a:spcPts val="0"/>
              </a:spcAft>
              <a:buClr>
                <a:schemeClr val="dk1"/>
              </a:buClr>
              <a:buSzPts val="1100"/>
              <a:buFont typeface="Arial" panose="020B0604020202090204"/>
              <a:buNone/>
            </a:pPr>
            <a:endParaRPr sz="2200">
              <a:solidFill>
                <a:schemeClr val="dk1"/>
              </a:solidFill>
            </a:endParaRPr>
          </a:p>
          <a:p>
            <a:pPr marL="0" lvl="0" indent="0" algn="l" rtl="0">
              <a:lnSpc>
                <a:spcPct val="115000"/>
              </a:lnSpc>
              <a:spcBef>
                <a:spcPts val="1200"/>
              </a:spcBef>
              <a:spcAft>
                <a:spcPts val="0"/>
              </a:spcAft>
              <a:buClr>
                <a:schemeClr val="dk1"/>
              </a:buClr>
              <a:buSzPts val="1100"/>
              <a:buFont typeface="Arial" panose="020B0604020202090204"/>
              <a:buNone/>
            </a:pPr>
            <a:endParaRPr sz="2200">
              <a:solidFill>
                <a:schemeClr val="dk1"/>
              </a:solidFill>
            </a:endParaRPr>
          </a:p>
          <a:p>
            <a:pPr marL="0" lvl="0" indent="0" algn="l" rtl="0">
              <a:lnSpc>
                <a:spcPct val="115000"/>
              </a:lnSpc>
              <a:spcBef>
                <a:spcPts val="1200"/>
              </a:spcBef>
              <a:spcAft>
                <a:spcPts val="0"/>
              </a:spcAft>
              <a:buClr>
                <a:schemeClr val="dk1"/>
              </a:buClr>
              <a:buSzPts val="1100"/>
              <a:buFont typeface="Arial" panose="020B0604020202090204"/>
              <a:buNone/>
            </a:pPr>
            <a:endParaRPr sz="2200">
              <a:solidFill>
                <a:schemeClr val="dk1"/>
              </a:solidFill>
            </a:endParaRPr>
          </a:p>
          <a:p>
            <a:pPr marL="0" lvl="0" indent="0" algn="l" rtl="0">
              <a:lnSpc>
                <a:spcPct val="115000"/>
              </a:lnSpc>
              <a:spcBef>
                <a:spcPts val="1400"/>
              </a:spcBef>
              <a:spcAft>
                <a:spcPts val="0"/>
              </a:spcAft>
              <a:buClr>
                <a:schemeClr val="dk1"/>
              </a:buClr>
              <a:buSzPts val="1100"/>
              <a:buFont typeface="Arial" panose="020B0604020202090204"/>
              <a:buNone/>
            </a:pPr>
            <a:r>
              <a:rPr lang="en-US" sz="2500" b="1">
                <a:solidFill>
                  <a:schemeClr val="dk1"/>
                </a:solidFill>
              </a:rPr>
              <a:t>5. </a:t>
            </a:r>
            <a:r>
              <a:rPr lang="en-US" sz="2500" b="1">
                <a:solidFill>
                  <a:srgbClr val="188038"/>
                </a:solidFill>
                <a:latin typeface="Roboto Mono" panose="00000009000000000000"/>
                <a:ea typeface="Roboto Mono" panose="00000009000000000000"/>
                <a:cs typeface="Roboto Mono" panose="00000009000000000000"/>
                <a:sym typeface="Roboto Mono" panose="00000009000000000000"/>
              </a:rPr>
              <a:t>&lt;section&gt;</a:t>
            </a:r>
            <a:endParaRPr sz="2500" b="1">
              <a:solidFill>
                <a:srgbClr val="188038"/>
              </a:solidFill>
              <a:latin typeface="Roboto Mono" panose="00000009000000000000"/>
              <a:ea typeface="Roboto Mono" panose="00000009000000000000"/>
              <a:cs typeface="Roboto Mono" panose="00000009000000000000"/>
              <a:sym typeface="Roboto Mono" panose="00000009000000000000"/>
            </a:endParaRPr>
          </a:p>
          <a:p>
            <a:pPr marL="0" lvl="0" indent="0" algn="l" rtl="0">
              <a:lnSpc>
                <a:spcPct val="115000"/>
              </a:lnSpc>
              <a:spcBef>
                <a:spcPts val="1200"/>
              </a:spcBef>
              <a:spcAft>
                <a:spcPts val="0"/>
              </a:spcAft>
              <a:buClr>
                <a:schemeClr val="dk1"/>
              </a:buClr>
              <a:buSzPts val="1100"/>
              <a:buFont typeface="Arial" panose="020B0604020202090204"/>
              <a:buNone/>
            </a:pPr>
            <a:r>
              <a:rPr lang="en-US" sz="2300">
                <a:solidFill>
                  <a:schemeClr val="dk1"/>
                </a:solidFill>
              </a:rPr>
              <a:t>Digunakan untuk mendefinisikan bagian dari konten yang memiliki tema tertentu. Setiap bagian dapat memiliki heading.</a:t>
            </a:r>
            <a:endParaRPr sz="2300">
              <a:solidFill>
                <a:schemeClr val="dk1"/>
              </a:solidFill>
            </a:endParaRPr>
          </a:p>
          <a:p>
            <a:pPr marL="0" lvl="0" indent="0" algn="l" rtl="0">
              <a:lnSpc>
                <a:spcPct val="115000"/>
              </a:lnSpc>
              <a:spcBef>
                <a:spcPts val="1200"/>
              </a:spcBef>
              <a:spcAft>
                <a:spcPts val="0"/>
              </a:spcAft>
              <a:buClr>
                <a:schemeClr val="dk1"/>
              </a:buClr>
              <a:buSzPts val="1100"/>
              <a:buFont typeface="Arial" panose="020B0604020202090204"/>
              <a:buNone/>
            </a:pPr>
            <a:endParaRPr sz="2200">
              <a:solidFill>
                <a:schemeClr val="dk1"/>
              </a:solidFill>
            </a:endParaRPr>
          </a:p>
          <a:p>
            <a:pPr marL="0" marR="0" lvl="0" indent="0" algn="l" rtl="0">
              <a:lnSpc>
                <a:spcPct val="115000"/>
              </a:lnSpc>
              <a:spcBef>
                <a:spcPts val="1400"/>
              </a:spcBef>
              <a:spcAft>
                <a:spcPts val="400"/>
              </a:spcAft>
              <a:buClr>
                <a:schemeClr val="dk1"/>
              </a:buClr>
              <a:buSzPts val="1100"/>
              <a:buFont typeface="Arial" panose="020B0604020202090204"/>
              <a:buNone/>
            </a:pPr>
            <a:endParaRPr sz="3500">
              <a:solidFill>
                <a:schemeClr val="dk1"/>
              </a:solidFill>
            </a:endParaRPr>
          </a:p>
        </p:txBody>
      </p:sp>
      <p:sp>
        <p:nvSpPr>
          <p:cNvPr id="152" name="Google Shape;152;p5"/>
          <p:cNvSpPr txBox="1"/>
          <p:nvPr/>
        </p:nvSpPr>
        <p:spPr>
          <a:xfrm>
            <a:off x="16253563" y="8991600"/>
            <a:ext cx="1005737" cy="266700"/>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Clr>
                <a:srgbClr val="000000"/>
              </a:buClr>
              <a:buSzPts val="1500"/>
              <a:buFont typeface="Arial" panose="020B0604020202090204"/>
              <a:buNone/>
            </a:pPr>
            <a:r>
              <a:rPr lang="en-US" sz="1500" b="1" i="0" u="none" strike="noStrike" cap="none">
                <a:solidFill>
                  <a:srgbClr val="343434"/>
                </a:solidFill>
                <a:latin typeface="DM Sans"/>
                <a:ea typeface="DM Sans"/>
                <a:cs typeface="DM Sans"/>
                <a:sym typeface="DM Sans"/>
              </a:rPr>
              <a:t>Page 05</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153" name="Google Shape;153;p5"/>
          <p:cNvSpPr txBox="1"/>
          <p:nvPr/>
        </p:nvSpPr>
        <p:spPr>
          <a:xfrm>
            <a:off x="85924" y="182065"/>
            <a:ext cx="4479095" cy="243569"/>
          </a:xfrm>
          <a:prstGeom prst="rect">
            <a:avLst/>
          </a:prstGeom>
          <a:noFill/>
          <a:ln>
            <a:noFill/>
          </a:ln>
        </p:spPr>
        <p:txBody>
          <a:bodyPr spcFirstLastPara="1" wrap="square" lIns="0" tIns="0" rIns="0" bIns="0" anchor="t" anchorCtr="0">
            <a:spAutoFit/>
          </a:bodyPr>
          <a:lstStyle/>
          <a:p>
            <a:pPr marL="0" marR="0" lvl="0" indent="0" algn="l" rtl="0">
              <a:lnSpc>
                <a:spcPct val="101000"/>
              </a:lnSpc>
              <a:spcBef>
                <a:spcPts val="0"/>
              </a:spcBef>
              <a:spcAft>
                <a:spcPts val="0"/>
              </a:spcAft>
              <a:buClr>
                <a:srgbClr val="000000"/>
              </a:buClr>
              <a:buSzPts val="1804"/>
              <a:buFont typeface="Arial" panose="020B0604020202090204"/>
              <a:buNone/>
            </a:pPr>
            <a:r>
              <a:rPr lang="en-US" sz="1805" b="1" i="0" u="none" strike="noStrike" cap="none">
                <a:solidFill>
                  <a:srgbClr val="343434"/>
                </a:solidFill>
                <a:latin typeface="DM Sans"/>
                <a:ea typeface="DM Sans"/>
                <a:cs typeface="DM Sans"/>
                <a:sym typeface="DM Sans"/>
              </a:rPr>
              <a:t>UNIVERSITAS PAMULANG KOTA SERANG</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pic>
        <p:nvPicPr>
          <p:cNvPr id="154" name="Google Shape;154;p5"/>
          <p:cNvPicPr preferRelativeResize="0"/>
          <p:nvPr/>
        </p:nvPicPr>
        <p:blipFill>
          <a:blip r:embed="rId2"/>
          <a:stretch>
            <a:fillRect/>
          </a:stretch>
        </p:blipFill>
        <p:spPr>
          <a:xfrm>
            <a:off x="601750" y="2831025"/>
            <a:ext cx="11353800" cy="1905000"/>
          </a:xfrm>
          <a:prstGeom prst="rect">
            <a:avLst/>
          </a:prstGeom>
          <a:noFill/>
          <a:ln>
            <a:noFill/>
          </a:ln>
        </p:spPr>
      </p:pic>
      <p:pic>
        <p:nvPicPr>
          <p:cNvPr id="155" name="Google Shape;155;p5"/>
          <p:cNvPicPr preferRelativeResize="0"/>
          <p:nvPr/>
        </p:nvPicPr>
        <p:blipFill>
          <a:blip r:embed="rId3"/>
          <a:stretch>
            <a:fillRect/>
          </a:stretch>
        </p:blipFill>
        <p:spPr>
          <a:xfrm>
            <a:off x="601750" y="6614550"/>
            <a:ext cx="11353800" cy="19050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5EC"/>
        </a:solidFill>
        <a:effectLst/>
      </p:bgPr>
    </p:bg>
    <p:spTree>
      <p:nvGrpSpPr>
        <p:cNvPr id="159" name="Shape 159"/>
        <p:cNvGrpSpPr/>
        <p:nvPr/>
      </p:nvGrpSpPr>
      <p:grpSpPr>
        <a:xfrm>
          <a:off x="0" y="0"/>
          <a:ext cx="0" cy="0"/>
          <a:chOff x="0" y="0"/>
          <a:chExt cx="0" cy="0"/>
        </a:xfrm>
      </p:grpSpPr>
      <p:sp>
        <p:nvSpPr>
          <p:cNvPr id="160" name="Google Shape;160;p6"/>
          <p:cNvSpPr/>
          <p:nvPr/>
        </p:nvSpPr>
        <p:spPr>
          <a:xfrm>
            <a:off x="-485035" y="-4485535"/>
            <a:ext cx="19258069" cy="19258069"/>
          </a:xfrm>
          <a:custGeom>
            <a:avLst/>
            <a:gdLst/>
            <a:ahLst/>
            <a:cxnLst/>
            <a:rect l="l" t="t" r="r" b="b"/>
            <a:pathLst>
              <a:path w="19258069" h="19258069" extrusionOk="0">
                <a:moveTo>
                  <a:pt x="0" y="0"/>
                </a:moveTo>
                <a:lnTo>
                  <a:pt x="19258070" y="0"/>
                </a:lnTo>
                <a:lnTo>
                  <a:pt x="19258070" y="19258070"/>
                </a:lnTo>
                <a:lnTo>
                  <a:pt x="0" y="19258070"/>
                </a:lnTo>
                <a:lnTo>
                  <a:pt x="0" y="0"/>
                </a:lnTo>
                <a:close/>
              </a:path>
            </a:pathLst>
          </a:custGeom>
          <a:blipFill rotWithShape="1">
            <a:blip r:embed="rId1">
              <a:alphaModFix amt="4000"/>
            </a:blip>
            <a:stretch>
              <a:fillRect/>
            </a:stretch>
          </a:blipFill>
          <a:ln>
            <a:noFill/>
          </a:ln>
        </p:spPr>
      </p:sp>
      <p:sp>
        <p:nvSpPr>
          <p:cNvPr id="161" name="Google Shape;161;p6"/>
          <p:cNvSpPr txBox="1"/>
          <p:nvPr/>
        </p:nvSpPr>
        <p:spPr>
          <a:xfrm>
            <a:off x="12319860" y="1111629"/>
            <a:ext cx="847412" cy="221513"/>
          </a:xfrm>
          <a:prstGeom prst="rect">
            <a:avLst/>
          </a:prstGeom>
          <a:noFill/>
          <a:ln>
            <a:noFill/>
          </a:ln>
        </p:spPr>
        <p:txBody>
          <a:bodyPr spcFirstLastPara="1" wrap="square" lIns="0" tIns="0" rIns="0" bIns="0" anchor="t" anchorCtr="0">
            <a:spAutoFit/>
          </a:bodyPr>
          <a:lstStyle/>
          <a:p>
            <a:pPr marL="0" marR="0" lvl="1" indent="0" algn="ctr" rtl="0">
              <a:lnSpc>
                <a:spcPct val="129000"/>
              </a:lnSpc>
              <a:spcBef>
                <a:spcPts val="0"/>
              </a:spcBef>
              <a:spcAft>
                <a:spcPts val="0"/>
              </a:spcAft>
              <a:buClr>
                <a:srgbClr val="000000"/>
              </a:buClr>
              <a:buSzPts val="1453"/>
              <a:buFont typeface="Arial" panose="020B0604020202090204"/>
              <a:buNone/>
            </a:pPr>
            <a:r>
              <a:rPr lang="en-US" sz="1455" b="0" i="0" u="none" strike="noStrike" cap="none">
                <a:solidFill>
                  <a:srgbClr val="343434"/>
                </a:solidFill>
                <a:latin typeface="DM Sans"/>
                <a:ea typeface="DM Sans"/>
                <a:cs typeface="DM Sans"/>
                <a:sym typeface="DM Sans"/>
              </a:rPr>
              <a:t>HOME</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162" name="Google Shape;162;p6"/>
          <p:cNvSpPr txBox="1"/>
          <p:nvPr/>
        </p:nvSpPr>
        <p:spPr>
          <a:xfrm>
            <a:off x="13424041" y="1111629"/>
            <a:ext cx="847412" cy="221513"/>
          </a:xfrm>
          <a:prstGeom prst="rect">
            <a:avLst/>
          </a:prstGeom>
          <a:noFill/>
          <a:ln>
            <a:noFill/>
          </a:ln>
        </p:spPr>
        <p:txBody>
          <a:bodyPr spcFirstLastPara="1" wrap="square" lIns="0" tIns="0" rIns="0" bIns="0" anchor="t" anchorCtr="0">
            <a:spAutoFit/>
          </a:bodyPr>
          <a:lstStyle/>
          <a:p>
            <a:pPr marL="0" marR="0" lvl="1" indent="0" algn="ctr" rtl="0">
              <a:lnSpc>
                <a:spcPct val="129000"/>
              </a:lnSpc>
              <a:spcBef>
                <a:spcPts val="0"/>
              </a:spcBef>
              <a:spcAft>
                <a:spcPts val="0"/>
              </a:spcAft>
              <a:buClr>
                <a:srgbClr val="000000"/>
              </a:buClr>
              <a:buSzPts val="1453"/>
              <a:buFont typeface="Arial" panose="020B0604020202090204"/>
              <a:buNone/>
            </a:pPr>
            <a:r>
              <a:rPr lang="en-US" sz="1455" b="0" i="0" u="none" strike="noStrike" cap="none">
                <a:solidFill>
                  <a:srgbClr val="343434"/>
                </a:solidFill>
                <a:latin typeface="DM Sans"/>
                <a:ea typeface="DM Sans"/>
                <a:cs typeface="DM Sans"/>
                <a:sym typeface="DM Sans"/>
              </a:rPr>
              <a:t>SERVICE</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163" name="Google Shape;163;p6"/>
          <p:cNvSpPr txBox="1"/>
          <p:nvPr/>
        </p:nvSpPr>
        <p:spPr>
          <a:xfrm>
            <a:off x="14528628" y="1111629"/>
            <a:ext cx="1105735" cy="221513"/>
          </a:xfrm>
          <a:prstGeom prst="rect">
            <a:avLst/>
          </a:prstGeom>
          <a:noFill/>
          <a:ln>
            <a:noFill/>
          </a:ln>
        </p:spPr>
        <p:txBody>
          <a:bodyPr spcFirstLastPara="1" wrap="square" lIns="0" tIns="0" rIns="0" bIns="0" anchor="t" anchorCtr="0">
            <a:spAutoFit/>
          </a:bodyPr>
          <a:lstStyle/>
          <a:p>
            <a:pPr marL="0" marR="0" lvl="1" indent="0" algn="ctr" rtl="0">
              <a:lnSpc>
                <a:spcPct val="129000"/>
              </a:lnSpc>
              <a:spcBef>
                <a:spcPts val="0"/>
              </a:spcBef>
              <a:spcAft>
                <a:spcPts val="0"/>
              </a:spcAft>
              <a:buClr>
                <a:srgbClr val="000000"/>
              </a:buClr>
              <a:buSzPts val="1453"/>
              <a:buFont typeface="Arial" panose="020B0604020202090204"/>
              <a:buNone/>
            </a:pPr>
            <a:r>
              <a:rPr lang="en-US" sz="1455" b="0" i="0" u="none" strike="noStrike" cap="none">
                <a:solidFill>
                  <a:srgbClr val="343434"/>
                </a:solidFill>
                <a:latin typeface="DM Sans"/>
                <a:ea typeface="DM Sans"/>
                <a:cs typeface="DM Sans"/>
                <a:sym typeface="DM Sans"/>
              </a:rPr>
              <a:t>ABOUT US</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164" name="Google Shape;164;p6"/>
          <p:cNvSpPr txBox="1"/>
          <p:nvPr/>
        </p:nvSpPr>
        <p:spPr>
          <a:xfrm>
            <a:off x="15923945" y="1111629"/>
            <a:ext cx="1335355" cy="221513"/>
          </a:xfrm>
          <a:prstGeom prst="rect">
            <a:avLst/>
          </a:prstGeom>
          <a:noFill/>
          <a:ln>
            <a:noFill/>
          </a:ln>
        </p:spPr>
        <p:txBody>
          <a:bodyPr spcFirstLastPara="1" wrap="square" lIns="0" tIns="0" rIns="0" bIns="0" anchor="t" anchorCtr="0">
            <a:spAutoFit/>
          </a:bodyPr>
          <a:lstStyle/>
          <a:p>
            <a:pPr marL="0" marR="0" lvl="1" indent="0" algn="ctr" rtl="0">
              <a:lnSpc>
                <a:spcPct val="129000"/>
              </a:lnSpc>
              <a:spcBef>
                <a:spcPts val="0"/>
              </a:spcBef>
              <a:spcAft>
                <a:spcPts val="0"/>
              </a:spcAft>
              <a:buClr>
                <a:srgbClr val="000000"/>
              </a:buClr>
              <a:buSzPts val="1453"/>
              <a:buFont typeface="Arial" panose="020B0604020202090204"/>
              <a:buNone/>
            </a:pPr>
            <a:r>
              <a:rPr lang="en-US" sz="1455" b="0" i="0" u="none" strike="noStrike" cap="none">
                <a:solidFill>
                  <a:srgbClr val="343434"/>
                </a:solidFill>
                <a:latin typeface="DM Sans"/>
                <a:ea typeface="DM Sans"/>
                <a:cs typeface="DM Sans"/>
                <a:sym typeface="DM Sans"/>
              </a:rPr>
              <a:t>CONTACT US</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165" name="Google Shape;165;p6"/>
          <p:cNvSpPr txBox="1"/>
          <p:nvPr/>
        </p:nvSpPr>
        <p:spPr>
          <a:xfrm>
            <a:off x="16253563" y="8991600"/>
            <a:ext cx="1005737" cy="266700"/>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Clr>
                <a:srgbClr val="000000"/>
              </a:buClr>
              <a:buSzPts val="1500"/>
              <a:buFont typeface="Arial" panose="020B0604020202090204"/>
              <a:buNone/>
            </a:pPr>
            <a:r>
              <a:rPr lang="en-US" sz="1500" b="1" i="0" u="none" strike="noStrike" cap="none">
                <a:solidFill>
                  <a:srgbClr val="343434"/>
                </a:solidFill>
                <a:latin typeface="DM Sans"/>
                <a:ea typeface="DM Sans"/>
                <a:cs typeface="DM Sans"/>
                <a:sym typeface="DM Sans"/>
              </a:rPr>
              <a:t>Page 06</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166" name="Google Shape;166;p6"/>
          <p:cNvSpPr txBox="1"/>
          <p:nvPr/>
        </p:nvSpPr>
        <p:spPr>
          <a:xfrm>
            <a:off x="1351349" y="1301025"/>
            <a:ext cx="12568800" cy="6991500"/>
          </a:xfrm>
          <a:prstGeom prst="rect">
            <a:avLst/>
          </a:prstGeom>
          <a:noFill/>
          <a:ln>
            <a:noFill/>
          </a:ln>
        </p:spPr>
        <p:txBody>
          <a:bodyPr spcFirstLastPara="1" wrap="square" lIns="0" tIns="0" rIns="0" bIns="0" anchor="t" anchorCtr="0">
            <a:spAutoFit/>
          </a:bodyPr>
          <a:lstStyle/>
          <a:p>
            <a:pPr marL="0" lvl="0" indent="0" algn="l" rtl="0">
              <a:lnSpc>
                <a:spcPct val="115000"/>
              </a:lnSpc>
              <a:spcBef>
                <a:spcPts val="1400"/>
              </a:spcBef>
              <a:spcAft>
                <a:spcPts val="0"/>
              </a:spcAft>
              <a:buClr>
                <a:schemeClr val="dk1"/>
              </a:buClr>
              <a:buSzPts val="1100"/>
              <a:buFont typeface="Arial" panose="020B0604020202090204"/>
              <a:buNone/>
            </a:pPr>
            <a:r>
              <a:rPr lang="en-US" sz="2500" b="1">
                <a:solidFill>
                  <a:schemeClr val="dk1"/>
                </a:solidFill>
              </a:rPr>
              <a:t>6. </a:t>
            </a:r>
            <a:r>
              <a:rPr lang="en-US" sz="2500" b="1">
                <a:solidFill>
                  <a:srgbClr val="188038"/>
                </a:solidFill>
                <a:latin typeface="Roboto Mono" panose="00000009000000000000"/>
                <a:ea typeface="Roboto Mono" panose="00000009000000000000"/>
                <a:cs typeface="Roboto Mono" panose="00000009000000000000"/>
                <a:sym typeface="Roboto Mono" panose="00000009000000000000"/>
              </a:rPr>
              <a:t>&lt;aside&gt;</a:t>
            </a:r>
            <a:endParaRPr sz="2500" b="1">
              <a:solidFill>
                <a:srgbClr val="188038"/>
              </a:solidFill>
              <a:latin typeface="Roboto Mono" panose="00000009000000000000"/>
              <a:ea typeface="Roboto Mono" panose="00000009000000000000"/>
              <a:cs typeface="Roboto Mono" panose="00000009000000000000"/>
              <a:sym typeface="Roboto Mono" panose="00000009000000000000"/>
            </a:endParaRPr>
          </a:p>
          <a:p>
            <a:pPr marL="0" lvl="0" indent="0" algn="l" rtl="0">
              <a:lnSpc>
                <a:spcPct val="115000"/>
              </a:lnSpc>
              <a:spcBef>
                <a:spcPts val="1200"/>
              </a:spcBef>
              <a:spcAft>
                <a:spcPts val="0"/>
              </a:spcAft>
              <a:buClr>
                <a:schemeClr val="dk1"/>
              </a:buClr>
              <a:buSzPts val="1100"/>
              <a:buFont typeface="Arial" panose="020B0604020202090204"/>
              <a:buNone/>
            </a:pPr>
            <a:r>
              <a:rPr lang="en-US" sz="2300">
                <a:solidFill>
                  <a:schemeClr val="dk1"/>
                </a:solidFill>
              </a:rPr>
              <a:t>Digunakan untuk mendefinisikan konten yang berhubungan tetapi tidak menjadi bagian utama dari konten. Biasanya digunakan untuk sidebar atau informasi tambahan.</a:t>
            </a:r>
            <a:endParaRPr sz="2300">
              <a:solidFill>
                <a:schemeClr val="dk1"/>
              </a:solidFill>
            </a:endParaRPr>
          </a:p>
          <a:p>
            <a:pPr marL="0" lvl="0" indent="0" algn="l" rtl="0">
              <a:lnSpc>
                <a:spcPct val="115000"/>
              </a:lnSpc>
              <a:spcBef>
                <a:spcPts val="1200"/>
              </a:spcBef>
              <a:spcAft>
                <a:spcPts val="0"/>
              </a:spcAft>
              <a:buClr>
                <a:schemeClr val="dk1"/>
              </a:buClr>
              <a:buSzPts val="1100"/>
              <a:buFont typeface="Arial" panose="020B0604020202090204"/>
              <a:buNone/>
            </a:pPr>
            <a:endParaRPr sz="2300">
              <a:solidFill>
                <a:schemeClr val="dk1"/>
              </a:solidFill>
            </a:endParaRPr>
          </a:p>
          <a:p>
            <a:pPr marL="0" lvl="0" indent="0" algn="l" rtl="0">
              <a:lnSpc>
                <a:spcPct val="115000"/>
              </a:lnSpc>
              <a:spcBef>
                <a:spcPts val="1200"/>
              </a:spcBef>
              <a:spcAft>
                <a:spcPts val="0"/>
              </a:spcAft>
              <a:buClr>
                <a:schemeClr val="dk1"/>
              </a:buClr>
              <a:buSzPts val="1100"/>
              <a:buFont typeface="Arial" panose="020B0604020202090204"/>
              <a:buNone/>
            </a:pPr>
            <a:endParaRPr sz="2300">
              <a:solidFill>
                <a:schemeClr val="dk1"/>
              </a:solidFill>
            </a:endParaRPr>
          </a:p>
          <a:p>
            <a:pPr marL="0" lvl="0" indent="0" algn="l" rtl="0">
              <a:lnSpc>
                <a:spcPct val="115000"/>
              </a:lnSpc>
              <a:spcBef>
                <a:spcPts val="1200"/>
              </a:spcBef>
              <a:spcAft>
                <a:spcPts val="0"/>
              </a:spcAft>
              <a:buClr>
                <a:schemeClr val="dk1"/>
              </a:buClr>
              <a:buSzPts val="1100"/>
              <a:buFont typeface="Arial" panose="020B0604020202090204"/>
              <a:buNone/>
            </a:pPr>
            <a:endParaRPr sz="2300">
              <a:solidFill>
                <a:schemeClr val="dk1"/>
              </a:solidFill>
            </a:endParaRPr>
          </a:p>
          <a:p>
            <a:pPr marL="0" lvl="0" indent="0" algn="l" rtl="0">
              <a:lnSpc>
                <a:spcPct val="115000"/>
              </a:lnSpc>
              <a:spcBef>
                <a:spcPts val="1200"/>
              </a:spcBef>
              <a:spcAft>
                <a:spcPts val="0"/>
              </a:spcAft>
              <a:buClr>
                <a:schemeClr val="dk1"/>
              </a:buClr>
              <a:buSzPts val="1100"/>
              <a:buFont typeface="Arial" panose="020B0604020202090204"/>
              <a:buNone/>
            </a:pPr>
            <a:endParaRPr sz="2300">
              <a:solidFill>
                <a:schemeClr val="dk1"/>
              </a:solidFill>
            </a:endParaRPr>
          </a:p>
          <a:p>
            <a:pPr marL="0" lvl="0" indent="0" algn="l" rtl="0">
              <a:lnSpc>
                <a:spcPct val="115000"/>
              </a:lnSpc>
              <a:spcBef>
                <a:spcPts val="1200"/>
              </a:spcBef>
              <a:spcAft>
                <a:spcPts val="0"/>
              </a:spcAft>
              <a:buClr>
                <a:schemeClr val="dk1"/>
              </a:buClr>
              <a:buSzPts val="1100"/>
              <a:buFont typeface="Arial" panose="020B0604020202090204"/>
              <a:buNone/>
            </a:pPr>
            <a:endParaRPr sz="2300">
              <a:solidFill>
                <a:schemeClr val="dk1"/>
              </a:solidFill>
            </a:endParaRPr>
          </a:p>
          <a:p>
            <a:pPr marL="0" lvl="0" indent="0" algn="l" rtl="0">
              <a:lnSpc>
                <a:spcPct val="115000"/>
              </a:lnSpc>
              <a:spcBef>
                <a:spcPts val="1400"/>
              </a:spcBef>
              <a:spcAft>
                <a:spcPts val="0"/>
              </a:spcAft>
              <a:buClr>
                <a:schemeClr val="dk1"/>
              </a:buClr>
              <a:buSzPts val="1100"/>
              <a:buFont typeface="Arial" panose="020B0604020202090204"/>
              <a:buNone/>
            </a:pPr>
            <a:r>
              <a:rPr lang="en-US" sz="2400" b="1">
                <a:solidFill>
                  <a:schemeClr val="dk1"/>
                </a:solidFill>
              </a:rPr>
              <a:t>7. </a:t>
            </a:r>
            <a:r>
              <a:rPr lang="en-US" sz="2400" b="1">
                <a:solidFill>
                  <a:srgbClr val="188038"/>
                </a:solidFill>
                <a:latin typeface="Roboto Mono" panose="00000009000000000000"/>
                <a:ea typeface="Roboto Mono" panose="00000009000000000000"/>
                <a:cs typeface="Roboto Mono" panose="00000009000000000000"/>
                <a:sym typeface="Roboto Mono" panose="00000009000000000000"/>
              </a:rPr>
              <a:t>&lt;footer&gt;</a:t>
            </a:r>
            <a:endParaRPr sz="2400" b="1">
              <a:solidFill>
                <a:srgbClr val="188038"/>
              </a:solidFill>
              <a:latin typeface="Roboto Mono" panose="00000009000000000000"/>
              <a:ea typeface="Roboto Mono" panose="00000009000000000000"/>
              <a:cs typeface="Roboto Mono" panose="00000009000000000000"/>
              <a:sym typeface="Roboto Mono" panose="00000009000000000000"/>
            </a:endParaRPr>
          </a:p>
          <a:p>
            <a:pPr marL="0" lvl="0" indent="0" algn="l" rtl="0">
              <a:lnSpc>
                <a:spcPct val="115000"/>
              </a:lnSpc>
              <a:spcBef>
                <a:spcPts val="1200"/>
              </a:spcBef>
              <a:spcAft>
                <a:spcPts val="0"/>
              </a:spcAft>
              <a:buClr>
                <a:schemeClr val="dk1"/>
              </a:buClr>
              <a:buSzPts val="1100"/>
              <a:buFont typeface="Arial" panose="020B0604020202090204"/>
              <a:buNone/>
            </a:pPr>
            <a:r>
              <a:rPr lang="en-US" sz="2200">
                <a:solidFill>
                  <a:schemeClr val="dk1"/>
                </a:solidFill>
              </a:rPr>
              <a:t>Digunakan untuk mendefinisikan bagian footer dari halaman atau bagian dari halaman. Biasanya berisi informasi hak cipta, tautan, atau informasi kontak.</a:t>
            </a:r>
            <a:endParaRPr sz="2200">
              <a:solidFill>
                <a:schemeClr val="dk1"/>
              </a:solidFill>
            </a:endParaRPr>
          </a:p>
          <a:p>
            <a:pPr marL="0" lvl="0" indent="0" algn="l" rtl="0">
              <a:lnSpc>
                <a:spcPct val="115000"/>
              </a:lnSpc>
              <a:spcBef>
                <a:spcPts val="1200"/>
              </a:spcBef>
              <a:spcAft>
                <a:spcPts val="0"/>
              </a:spcAft>
              <a:buClr>
                <a:schemeClr val="dk1"/>
              </a:buClr>
              <a:buSzPts val="1100"/>
              <a:buFont typeface="Arial" panose="020B0604020202090204"/>
              <a:buNone/>
            </a:pPr>
            <a:endParaRPr sz="2300">
              <a:solidFill>
                <a:schemeClr val="dk1"/>
              </a:solidFill>
            </a:endParaRPr>
          </a:p>
          <a:p>
            <a:pPr marL="0" marR="0" lvl="0" indent="0" algn="ctr" rtl="0">
              <a:lnSpc>
                <a:spcPct val="140000"/>
              </a:lnSpc>
              <a:spcBef>
                <a:spcPts val="1200"/>
              </a:spcBef>
              <a:spcAft>
                <a:spcPts val="0"/>
              </a:spcAft>
              <a:buClr>
                <a:srgbClr val="000000"/>
              </a:buClr>
              <a:buSzPts val="2000"/>
              <a:buFont typeface="Arial" panose="020B0604020202090204"/>
              <a:buNone/>
            </a:pPr>
            <a:endParaRPr sz="3400">
              <a:solidFill>
                <a:schemeClr val="dk1"/>
              </a:solidFill>
            </a:endParaRPr>
          </a:p>
        </p:txBody>
      </p:sp>
      <p:sp>
        <p:nvSpPr>
          <p:cNvPr id="167" name="Google Shape;167;p6"/>
          <p:cNvSpPr txBox="1"/>
          <p:nvPr/>
        </p:nvSpPr>
        <p:spPr>
          <a:xfrm>
            <a:off x="85924" y="182065"/>
            <a:ext cx="4479095" cy="243569"/>
          </a:xfrm>
          <a:prstGeom prst="rect">
            <a:avLst/>
          </a:prstGeom>
          <a:noFill/>
          <a:ln>
            <a:noFill/>
          </a:ln>
        </p:spPr>
        <p:txBody>
          <a:bodyPr spcFirstLastPara="1" wrap="square" lIns="0" tIns="0" rIns="0" bIns="0" anchor="t" anchorCtr="0">
            <a:spAutoFit/>
          </a:bodyPr>
          <a:lstStyle/>
          <a:p>
            <a:pPr marL="0" marR="0" lvl="0" indent="0" algn="l" rtl="0">
              <a:lnSpc>
                <a:spcPct val="101000"/>
              </a:lnSpc>
              <a:spcBef>
                <a:spcPts val="0"/>
              </a:spcBef>
              <a:spcAft>
                <a:spcPts val="0"/>
              </a:spcAft>
              <a:buClr>
                <a:srgbClr val="000000"/>
              </a:buClr>
              <a:buSzPts val="1804"/>
              <a:buFont typeface="Arial" panose="020B0604020202090204"/>
              <a:buNone/>
            </a:pPr>
            <a:r>
              <a:rPr lang="en-US" sz="1805" b="1" i="0" u="none" strike="noStrike" cap="none">
                <a:solidFill>
                  <a:srgbClr val="343434"/>
                </a:solidFill>
                <a:latin typeface="DM Sans"/>
                <a:ea typeface="DM Sans"/>
                <a:cs typeface="DM Sans"/>
                <a:sym typeface="DM Sans"/>
              </a:rPr>
              <a:t>UNIVERSITAS PAMULANG KOTA SERANG</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pic>
        <p:nvPicPr>
          <p:cNvPr id="168" name="Google Shape;168;p6"/>
          <p:cNvPicPr preferRelativeResize="0"/>
          <p:nvPr/>
        </p:nvPicPr>
        <p:blipFill>
          <a:blip r:embed="rId2"/>
          <a:stretch>
            <a:fillRect/>
          </a:stretch>
        </p:blipFill>
        <p:spPr>
          <a:xfrm>
            <a:off x="1351350" y="3017650"/>
            <a:ext cx="11353800" cy="2438400"/>
          </a:xfrm>
          <a:prstGeom prst="rect">
            <a:avLst/>
          </a:prstGeom>
          <a:noFill/>
          <a:ln>
            <a:noFill/>
          </a:ln>
        </p:spPr>
      </p:pic>
      <p:pic>
        <p:nvPicPr>
          <p:cNvPr id="169" name="Google Shape;169;p6"/>
          <p:cNvPicPr preferRelativeResize="0"/>
          <p:nvPr/>
        </p:nvPicPr>
        <p:blipFill>
          <a:blip r:embed="rId3"/>
          <a:stretch>
            <a:fillRect/>
          </a:stretch>
        </p:blipFill>
        <p:spPr>
          <a:xfrm>
            <a:off x="1351350" y="7221875"/>
            <a:ext cx="11353800" cy="15621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5EC"/>
        </a:solidFill>
        <a:effectLst/>
      </p:bgPr>
    </p:bg>
    <p:spTree>
      <p:nvGrpSpPr>
        <p:cNvPr id="173" name="Shape 173"/>
        <p:cNvGrpSpPr/>
        <p:nvPr/>
      </p:nvGrpSpPr>
      <p:grpSpPr>
        <a:xfrm>
          <a:off x="0" y="0"/>
          <a:ext cx="0" cy="0"/>
          <a:chOff x="0" y="0"/>
          <a:chExt cx="0" cy="0"/>
        </a:xfrm>
      </p:grpSpPr>
      <p:sp>
        <p:nvSpPr>
          <p:cNvPr id="174" name="Google Shape;174;g33064f6f14d_0_24"/>
          <p:cNvSpPr/>
          <p:nvPr/>
        </p:nvSpPr>
        <p:spPr>
          <a:xfrm>
            <a:off x="-485035" y="-4485535"/>
            <a:ext cx="19258069" cy="19258069"/>
          </a:xfrm>
          <a:custGeom>
            <a:avLst/>
            <a:gdLst/>
            <a:ahLst/>
            <a:cxnLst/>
            <a:rect l="l" t="t" r="r" b="b"/>
            <a:pathLst>
              <a:path w="19258069" h="19258069" extrusionOk="0">
                <a:moveTo>
                  <a:pt x="0" y="0"/>
                </a:moveTo>
                <a:lnTo>
                  <a:pt x="19258070" y="0"/>
                </a:lnTo>
                <a:lnTo>
                  <a:pt x="19258070" y="19258070"/>
                </a:lnTo>
                <a:lnTo>
                  <a:pt x="0" y="19258070"/>
                </a:lnTo>
                <a:lnTo>
                  <a:pt x="0" y="0"/>
                </a:lnTo>
                <a:close/>
              </a:path>
            </a:pathLst>
          </a:custGeom>
          <a:blipFill rotWithShape="1">
            <a:blip r:embed="rId1">
              <a:alphaModFix amt="4000"/>
            </a:blip>
            <a:stretch>
              <a:fillRect/>
            </a:stretch>
          </a:blipFill>
          <a:ln>
            <a:noFill/>
          </a:ln>
        </p:spPr>
      </p:sp>
      <p:sp>
        <p:nvSpPr>
          <p:cNvPr id="175" name="Google Shape;175;g33064f6f14d_0_24"/>
          <p:cNvSpPr txBox="1"/>
          <p:nvPr/>
        </p:nvSpPr>
        <p:spPr>
          <a:xfrm>
            <a:off x="12319860" y="1111629"/>
            <a:ext cx="847500" cy="223800"/>
          </a:xfrm>
          <a:prstGeom prst="rect">
            <a:avLst/>
          </a:prstGeom>
          <a:noFill/>
          <a:ln>
            <a:noFill/>
          </a:ln>
        </p:spPr>
        <p:txBody>
          <a:bodyPr spcFirstLastPara="1" wrap="square" lIns="0" tIns="0" rIns="0" bIns="0" anchor="t" anchorCtr="0">
            <a:spAutoFit/>
          </a:bodyPr>
          <a:lstStyle/>
          <a:p>
            <a:pPr marL="0" marR="0" lvl="1" indent="0" algn="ctr" rtl="0">
              <a:lnSpc>
                <a:spcPct val="129000"/>
              </a:lnSpc>
              <a:spcBef>
                <a:spcPts val="0"/>
              </a:spcBef>
              <a:spcAft>
                <a:spcPts val="0"/>
              </a:spcAft>
              <a:buClr>
                <a:srgbClr val="000000"/>
              </a:buClr>
              <a:buSzPts val="1453"/>
              <a:buFont typeface="Arial" panose="020B0604020202090204"/>
              <a:buNone/>
            </a:pPr>
            <a:r>
              <a:rPr lang="en-US" sz="1455" b="0" i="0" u="none" strike="noStrike" cap="none">
                <a:solidFill>
                  <a:srgbClr val="343434"/>
                </a:solidFill>
                <a:latin typeface="DM Sans"/>
                <a:ea typeface="DM Sans"/>
                <a:cs typeface="DM Sans"/>
                <a:sym typeface="DM Sans"/>
              </a:rPr>
              <a:t>HOME</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176" name="Google Shape;176;g33064f6f14d_0_24"/>
          <p:cNvSpPr txBox="1"/>
          <p:nvPr/>
        </p:nvSpPr>
        <p:spPr>
          <a:xfrm>
            <a:off x="13424041" y="1111629"/>
            <a:ext cx="847500" cy="223800"/>
          </a:xfrm>
          <a:prstGeom prst="rect">
            <a:avLst/>
          </a:prstGeom>
          <a:noFill/>
          <a:ln>
            <a:noFill/>
          </a:ln>
        </p:spPr>
        <p:txBody>
          <a:bodyPr spcFirstLastPara="1" wrap="square" lIns="0" tIns="0" rIns="0" bIns="0" anchor="t" anchorCtr="0">
            <a:spAutoFit/>
          </a:bodyPr>
          <a:lstStyle/>
          <a:p>
            <a:pPr marL="0" marR="0" lvl="1" indent="0" algn="ctr" rtl="0">
              <a:lnSpc>
                <a:spcPct val="129000"/>
              </a:lnSpc>
              <a:spcBef>
                <a:spcPts val="0"/>
              </a:spcBef>
              <a:spcAft>
                <a:spcPts val="0"/>
              </a:spcAft>
              <a:buClr>
                <a:srgbClr val="000000"/>
              </a:buClr>
              <a:buSzPts val="1453"/>
              <a:buFont typeface="Arial" panose="020B0604020202090204"/>
              <a:buNone/>
            </a:pPr>
            <a:r>
              <a:rPr lang="en-US" sz="1455" b="0" i="0" u="none" strike="noStrike" cap="none">
                <a:solidFill>
                  <a:srgbClr val="343434"/>
                </a:solidFill>
                <a:latin typeface="DM Sans"/>
                <a:ea typeface="DM Sans"/>
                <a:cs typeface="DM Sans"/>
                <a:sym typeface="DM Sans"/>
              </a:rPr>
              <a:t>SERVICE</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177" name="Google Shape;177;g33064f6f14d_0_24"/>
          <p:cNvSpPr txBox="1"/>
          <p:nvPr/>
        </p:nvSpPr>
        <p:spPr>
          <a:xfrm>
            <a:off x="14528628" y="1111629"/>
            <a:ext cx="1105800" cy="223800"/>
          </a:xfrm>
          <a:prstGeom prst="rect">
            <a:avLst/>
          </a:prstGeom>
          <a:noFill/>
          <a:ln>
            <a:noFill/>
          </a:ln>
        </p:spPr>
        <p:txBody>
          <a:bodyPr spcFirstLastPara="1" wrap="square" lIns="0" tIns="0" rIns="0" bIns="0" anchor="t" anchorCtr="0">
            <a:spAutoFit/>
          </a:bodyPr>
          <a:lstStyle/>
          <a:p>
            <a:pPr marL="0" marR="0" lvl="1" indent="0" algn="ctr" rtl="0">
              <a:lnSpc>
                <a:spcPct val="129000"/>
              </a:lnSpc>
              <a:spcBef>
                <a:spcPts val="0"/>
              </a:spcBef>
              <a:spcAft>
                <a:spcPts val="0"/>
              </a:spcAft>
              <a:buClr>
                <a:srgbClr val="000000"/>
              </a:buClr>
              <a:buSzPts val="1453"/>
              <a:buFont typeface="Arial" panose="020B0604020202090204"/>
              <a:buNone/>
            </a:pPr>
            <a:r>
              <a:rPr lang="en-US" sz="1455" b="0" i="0" u="none" strike="noStrike" cap="none">
                <a:solidFill>
                  <a:srgbClr val="343434"/>
                </a:solidFill>
                <a:latin typeface="DM Sans"/>
                <a:ea typeface="DM Sans"/>
                <a:cs typeface="DM Sans"/>
                <a:sym typeface="DM Sans"/>
              </a:rPr>
              <a:t>ABOUT US</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178" name="Google Shape;178;g33064f6f14d_0_24"/>
          <p:cNvSpPr txBox="1"/>
          <p:nvPr/>
        </p:nvSpPr>
        <p:spPr>
          <a:xfrm>
            <a:off x="15923945" y="1111629"/>
            <a:ext cx="1335300" cy="223800"/>
          </a:xfrm>
          <a:prstGeom prst="rect">
            <a:avLst/>
          </a:prstGeom>
          <a:noFill/>
          <a:ln>
            <a:noFill/>
          </a:ln>
        </p:spPr>
        <p:txBody>
          <a:bodyPr spcFirstLastPara="1" wrap="square" lIns="0" tIns="0" rIns="0" bIns="0" anchor="t" anchorCtr="0">
            <a:spAutoFit/>
          </a:bodyPr>
          <a:lstStyle/>
          <a:p>
            <a:pPr marL="0" marR="0" lvl="1" indent="0" algn="ctr" rtl="0">
              <a:lnSpc>
                <a:spcPct val="129000"/>
              </a:lnSpc>
              <a:spcBef>
                <a:spcPts val="0"/>
              </a:spcBef>
              <a:spcAft>
                <a:spcPts val="0"/>
              </a:spcAft>
              <a:buClr>
                <a:srgbClr val="000000"/>
              </a:buClr>
              <a:buSzPts val="1453"/>
              <a:buFont typeface="Arial" panose="020B0604020202090204"/>
              <a:buNone/>
            </a:pPr>
            <a:r>
              <a:rPr lang="en-US" sz="1455" b="0" i="0" u="none" strike="noStrike" cap="none">
                <a:solidFill>
                  <a:srgbClr val="343434"/>
                </a:solidFill>
                <a:latin typeface="DM Sans"/>
                <a:ea typeface="DM Sans"/>
                <a:cs typeface="DM Sans"/>
                <a:sym typeface="DM Sans"/>
              </a:rPr>
              <a:t>CONTACT US</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179" name="Google Shape;179;g33064f6f14d_0_24"/>
          <p:cNvSpPr txBox="1"/>
          <p:nvPr/>
        </p:nvSpPr>
        <p:spPr>
          <a:xfrm>
            <a:off x="1592775" y="1423775"/>
            <a:ext cx="13971900" cy="1762500"/>
          </a:xfrm>
          <a:prstGeom prst="rect">
            <a:avLst/>
          </a:prstGeom>
          <a:noFill/>
          <a:ln>
            <a:noFill/>
          </a:ln>
        </p:spPr>
        <p:txBody>
          <a:bodyPr spcFirstLastPara="1" wrap="square" lIns="0" tIns="0" rIns="0" bIns="0" anchor="t" anchorCtr="0">
            <a:spAutoFit/>
          </a:bodyPr>
          <a:lstStyle/>
          <a:p>
            <a:pPr marL="0" lvl="0" indent="0" algn="l" rtl="0">
              <a:lnSpc>
                <a:spcPct val="115000"/>
              </a:lnSpc>
              <a:spcBef>
                <a:spcPts val="1800"/>
              </a:spcBef>
              <a:spcAft>
                <a:spcPts val="0"/>
              </a:spcAft>
              <a:buClr>
                <a:schemeClr val="dk1"/>
              </a:buClr>
              <a:buSzPts val="1100"/>
              <a:buFont typeface="Arial" panose="020B0604020202090204"/>
              <a:buNone/>
            </a:pPr>
            <a:r>
              <a:rPr lang="en-US" sz="2800" b="1">
                <a:solidFill>
                  <a:schemeClr val="dk1"/>
                </a:solidFill>
              </a:rPr>
              <a:t>Contoh Penggunaan Semantic HTML</a:t>
            </a:r>
            <a:endParaRPr sz="2800" b="1">
              <a:solidFill>
                <a:schemeClr val="dk1"/>
              </a:solidFill>
            </a:endParaRPr>
          </a:p>
          <a:p>
            <a:pPr marL="0" lvl="0" indent="0" algn="l" rtl="0">
              <a:lnSpc>
                <a:spcPct val="115000"/>
              </a:lnSpc>
              <a:spcBef>
                <a:spcPts val="1200"/>
              </a:spcBef>
              <a:spcAft>
                <a:spcPts val="0"/>
              </a:spcAft>
              <a:buClr>
                <a:schemeClr val="dk1"/>
              </a:buClr>
              <a:buSzPts val="1100"/>
              <a:buFont typeface="Arial" panose="020B0604020202090204"/>
              <a:buNone/>
            </a:pPr>
            <a:r>
              <a:rPr lang="en-US" sz="2200">
                <a:solidFill>
                  <a:schemeClr val="dk1"/>
                </a:solidFill>
              </a:rPr>
              <a:t>Berikut adalah contoh struktur halaman web sederhana menggunakan elemen semantik:</a:t>
            </a:r>
            <a:endParaRPr sz="2200">
              <a:solidFill>
                <a:schemeClr val="dk1"/>
              </a:solidFill>
            </a:endParaRPr>
          </a:p>
          <a:p>
            <a:pPr marL="0" marR="0" lvl="0" indent="0" algn="just" rtl="0">
              <a:lnSpc>
                <a:spcPct val="140000"/>
              </a:lnSpc>
              <a:spcBef>
                <a:spcPts val="1200"/>
              </a:spcBef>
              <a:spcAft>
                <a:spcPts val="0"/>
              </a:spcAft>
              <a:buClr>
                <a:srgbClr val="000000"/>
              </a:buClr>
              <a:buSzPts val="1700"/>
              <a:buFont typeface="Arial" panose="020B0604020202090204"/>
              <a:buNone/>
            </a:pPr>
            <a:endParaRPr sz="3700">
              <a:solidFill>
                <a:schemeClr val="dk1"/>
              </a:solidFill>
            </a:endParaRPr>
          </a:p>
        </p:txBody>
      </p:sp>
      <p:sp>
        <p:nvSpPr>
          <p:cNvPr id="180" name="Google Shape;180;g33064f6f14d_0_24"/>
          <p:cNvSpPr txBox="1"/>
          <p:nvPr/>
        </p:nvSpPr>
        <p:spPr>
          <a:xfrm>
            <a:off x="16253563" y="8991600"/>
            <a:ext cx="1005600" cy="554100"/>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Clr>
                <a:srgbClr val="000000"/>
              </a:buClr>
              <a:buSzPts val="1500"/>
              <a:buFont typeface="Arial" panose="020B0604020202090204"/>
              <a:buNone/>
            </a:pPr>
            <a:r>
              <a:rPr lang="en-US" sz="1500" b="1" i="0" u="none" strike="noStrike" cap="none">
                <a:solidFill>
                  <a:srgbClr val="343434"/>
                </a:solidFill>
                <a:latin typeface="DM Sans"/>
                <a:ea typeface="DM Sans"/>
                <a:cs typeface="DM Sans"/>
                <a:sym typeface="DM Sans"/>
              </a:rPr>
              <a:t>Page 07</a:t>
            </a:r>
            <a:endParaRPr sz="1500" b="1" i="0" u="none" strike="noStrike" cap="none">
              <a:solidFill>
                <a:srgbClr val="343434"/>
              </a:solidFill>
              <a:latin typeface="DM Sans"/>
              <a:ea typeface="DM Sans"/>
              <a:cs typeface="DM Sans"/>
              <a:sym typeface="DM Sans"/>
            </a:endParaRPr>
          </a:p>
          <a:p>
            <a:pPr marL="0" marR="0" lvl="0" indent="0" algn="r" rtl="0">
              <a:lnSpc>
                <a:spcPct val="140000"/>
              </a:lnSpc>
              <a:spcBef>
                <a:spcPts val="0"/>
              </a:spcBef>
              <a:spcAft>
                <a:spcPts val="0"/>
              </a:spcAft>
              <a:buClr>
                <a:srgbClr val="000000"/>
              </a:buClr>
              <a:buSzPts val="1500"/>
              <a:buFont typeface="Arial" panose="020B0604020202090204"/>
              <a:buNone/>
            </a:pPr>
            <a:endParaRPr sz="1500" b="1" i="0" u="none" strike="noStrike" cap="none">
              <a:solidFill>
                <a:srgbClr val="343434"/>
              </a:solidFill>
              <a:latin typeface="DM Sans"/>
              <a:ea typeface="DM Sans"/>
              <a:cs typeface="DM Sans"/>
              <a:sym typeface="DM Sans"/>
            </a:endParaRPr>
          </a:p>
        </p:txBody>
      </p:sp>
      <p:sp>
        <p:nvSpPr>
          <p:cNvPr id="181" name="Google Shape;181;g33064f6f14d_0_24"/>
          <p:cNvSpPr txBox="1"/>
          <p:nvPr/>
        </p:nvSpPr>
        <p:spPr>
          <a:xfrm>
            <a:off x="85924" y="182065"/>
            <a:ext cx="4479000" cy="277800"/>
          </a:xfrm>
          <a:prstGeom prst="rect">
            <a:avLst/>
          </a:prstGeom>
          <a:noFill/>
          <a:ln>
            <a:noFill/>
          </a:ln>
        </p:spPr>
        <p:txBody>
          <a:bodyPr spcFirstLastPara="1" wrap="square" lIns="0" tIns="0" rIns="0" bIns="0" anchor="t" anchorCtr="0">
            <a:spAutoFit/>
          </a:bodyPr>
          <a:lstStyle/>
          <a:p>
            <a:pPr marL="0" marR="0" lvl="0" indent="0" algn="l" rtl="0">
              <a:lnSpc>
                <a:spcPct val="101000"/>
              </a:lnSpc>
              <a:spcBef>
                <a:spcPts val="0"/>
              </a:spcBef>
              <a:spcAft>
                <a:spcPts val="0"/>
              </a:spcAft>
              <a:buClr>
                <a:srgbClr val="000000"/>
              </a:buClr>
              <a:buSzPts val="1804"/>
              <a:buFont typeface="Arial" panose="020B0604020202090204"/>
              <a:buNone/>
            </a:pPr>
            <a:r>
              <a:rPr lang="en-US" sz="1805" b="1" i="0" u="none" strike="noStrike" cap="none">
                <a:solidFill>
                  <a:srgbClr val="343434"/>
                </a:solidFill>
                <a:latin typeface="DM Sans"/>
                <a:ea typeface="DM Sans"/>
                <a:cs typeface="DM Sans"/>
                <a:sym typeface="DM Sans"/>
              </a:rPr>
              <a:t>UNIVERSITAS PAMULANG KOTA SERANG</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pic>
        <p:nvPicPr>
          <p:cNvPr id="182" name="Google Shape;182;g33064f6f14d_0_24"/>
          <p:cNvPicPr preferRelativeResize="0"/>
          <p:nvPr/>
        </p:nvPicPr>
        <p:blipFill>
          <a:blip r:embed="rId2"/>
          <a:stretch>
            <a:fillRect/>
          </a:stretch>
        </p:blipFill>
        <p:spPr>
          <a:xfrm>
            <a:off x="363550" y="2732850"/>
            <a:ext cx="9006049" cy="7303849"/>
          </a:xfrm>
          <a:prstGeom prst="rect">
            <a:avLst/>
          </a:prstGeom>
          <a:noFill/>
          <a:ln>
            <a:noFill/>
          </a:ln>
        </p:spPr>
      </p:pic>
      <p:pic>
        <p:nvPicPr>
          <p:cNvPr id="183" name="Google Shape;183;g33064f6f14d_0_24"/>
          <p:cNvPicPr preferRelativeResize="0"/>
          <p:nvPr/>
        </p:nvPicPr>
        <p:blipFill>
          <a:blip r:embed="rId3"/>
          <a:stretch>
            <a:fillRect/>
          </a:stretch>
        </p:blipFill>
        <p:spPr>
          <a:xfrm>
            <a:off x="9552825" y="2732850"/>
            <a:ext cx="8464826" cy="5438251"/>
          </a:xfrm>
          <a:prstGeom prst="rect">
            <a:avLst/>
          </a:prstGeom>
          <a:noFill/>
          <a:ln>
            <a:noFill/>
          </a:ln>
        </p:spPr>
      </p:pic>
      <p:pic>
        <p:nvPicPr>
          <p:cNvPr id="184" name="Google Shape;184;g33064f6f14d_0_24"/>
          <p:cNvPicPr preferRelativeResize="0"/>
          <p:nvPr/>
        </p:nvPicPr>
        <p:blipFill>
          <a:blip r:embed="rId4"/>
          <a:stretch>
            <a:fillRect/>
          </a:stretch>
        </p:blipFill>
        <p:spPr>
          <a:xfrm>
            <a:off x="9552825" y="8171100"/>
            <a:ext cx="8464824" cy="18656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5EC"/>
        </a:solidFill>
        <a:effectLst/>
      </p:bgPr>
    </p:bg>
    <p:spTree>
      <p:nvGrpSpPr>
        <p:cNvPr id="188" name="Shape 188"/>
        <p:cNvGrpSpPr/>
        <p:nvPr/>
      </p:nvGrpSpPr>
      <p:grpSpPr>
        <a:xfrm>
          <a:off x="0" y="0"/>
          <a:ext cx="0" cy="0"/>
          <a:chOff x="0" y="0"/>
          <a:chExt cx="0" cy="0"/>
        </a:xfrm>
      </p:grpSpPr>
      <p:sp>
        <p:nvSpPr>
          <p:cNvPr id="189" name="Google Shape;189;g33074a72064_0_22"/>
          <p:cNvSpPr/>
          <p:nvPr/>
        </p:nvSpPr>
        <p:spPr>
          <a:xfrm>
            <a:off x="-485035" y="-4485535"/>
            <a:ext cx="19258069" cy="19258069"/>
          </a:xfrm>
          <a:custGeom>
            <a:avLst/>
            <a:gdLst/>
            <a:ahLst/>
            <a:cxnLst/>
            <a:rect l="l" t="t" r="r" b="b"/>
            <a:pathLst>
              <a:path w="19258069" h="19258069" extrusionOk="0">
                <a:moveTo>
                  <a:pt x="0" y="0"/>
                </a:moveTo>
                <a:lnTo>
                  <a:pt x="19258070" y="0"/>
                </a:lnTo>
                <a:lnTo>
                  <a:pt x="19258070" y="19258070"/>
                </a:lnTo>
                <a:lnTo>
                  <a:pt x="0" y="19258070"/>
                </a:lnTo>
                <a:lnTo>
                  <a:pt x="0" y="0"/>
                </a:lnTo>
                <a:close/>
              </a:path>
            </a:pathLst>
          </a:custGeom>
          <a:blipFill rotWithShape="1">
            <a:blip r:embed="rId1">
              <a:alphaModFix amt="4000"/>
            </a:blip>
            <a:stretch>
              <a:fillRect/>
            </a:stretch>
          </a:blipFill>
          <a:ln>
            <a:noFill/>
          </a:ln>
        </p:spPr>
      </p:sp>
      <p:sp>
        <p:nvSpPr>
          <p:cNvPr id="190" name="Google Shape;190;g33074a72064_0_22"/>
          <p:cNvSpPr txBox="1"/>
          <p:nvPr/>
        </p:nvSpPr>
        <p:spPr>
          <a:xfrm>
            <a:off x="1262026" y="760675"/>
            <a:ext cx="13771500" cy="9234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Clr>
                <a:srgbClr val="000000"/>
              </a:buClr>
              <a:buSzPts val="6000"/>
              <a:buFont typeface="Arial" panose="020B0604020202090204"/>
              <a:buNone/>
            </a:pPr>
            <a:r>
              <a:rPr lang="en-US" sz="6000" b="1" i="0" u="none" strike="noStrike" cap="none">
                <a:solidFill>
                  <a:srgbClr val="343434"/>
                </a:solidFill>
                <a:latin typeface="Arial" panose="020B0604020202090204"/>
                <a:ea typeface="Arial" panose="020B0604020202090204"/>
                <a:cs typeface="Arial" panose="020B0604020202090204"/>
                <a:sym typeface="Arial" panose="020B0604020202090204"/>
              </a:rPr>
              <a:t>Kesimpulan</a:t>
            </a:r>
            <a:endParaRPr sz="6000" b="1" i="0" u="none" strike="noStrike" cap="none">
              <a:solidFill>
                <a:srgbClr val="343434"/>
              </a:solidFill>
              <a:latin typeface="Arial" panose="020B0604020202090204"/>
              <a:ea typeface="Arial" panose="020B0604020202090204"/>
              <a:cs typeface="Arial" panose="020B0604020202090204"/>
              <a:sym typeface="Arial" panose="020B0604020202090204"/>
            </a:endParaRPr>
          </a:p>
        </p:txBody>
      </p:sp>
      <p:sp>
        <p:nvSpPr>
          <p:cNvPr id="191" name="Google Shape;191;g33074a72064_0_22"/>
          <p:cNvSpPr txBox="1"/>
          <p:nvPr/>
        </p:nvSpPr>
        <p:spPr>
          <a:xfrm>
            <a:off x="12319860" y="1111629"/>
            <a:ext cx="847500" cy="223800"/>
          </a:xfrm>
          <a:prstGeom prst="rect">
            <a:avLst/>
          </a:prstGeom>
          <a:noFill/>
          <a:ln>
            <a:noFill/>
          </a:ln>
        </p:spPr>
        <p:txBody>
          <a:bodyPr spcFirstLastPara="1" wrap="square" lIns="0" tIns="0" rIns="0" bIns="0" anchor="t" anchorCtr="0">
            <a:spAutoFit/>
          </a:bodyPr>
          <a:lstStyle/>
          <a:p>
            <a:pPr marL="0" marR="0" lvl="1" indent="0" algn="ctr" rtl="0">
              <a:lnSpc>
                <a:spcPct val="129000"/>
              </a:lnSpc>
              <a:spcBef>
                <a:spcPts val="0"/>
              </a:spcBef>
              <a:spcAft>
                <a:spcPts val="0"/>
              </a:spcAft>
              <a:buClr>
                <a:srgbClr val="000000"/>
              </a:buClr>
              <a:buSzPts val="1453"/>
              <a:buFont typeface="Arial" panose="020B0604020202090204"/>
              <a:buNone/>
            </a:pPr>
            <a:r>
              <a:rPr lang="en-US" sz="1455" b="0" i="0" u="none" strike="noStrike" cap="none">
                <a:solidFill>
                  <a:srgbClr val="343434"/>
                </a:solidFill>
                <a:latin typeface="DM Sans"/>
                <a:ea typeface="DM Sans"/>
                <a:cs typeface="DM Sans"/>
                <a:sym typeface="DM Sans"/>
              </a:rPr>
              <a:t>HOME</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192" name="Google Shape;192;g33074a72064_0_22"/>
          <p:cNvSpPr txBox="1"/>
          <p:nvPr/>
        </p:nvSpPr>
        <p:spPr>
          <a:xfrm>
            <a:off x="13424041" y="1111629"/>
            <a:ext cx="847500" cy="223800"/>
          </a:xfrm>
          <a:prstGeom prst="rect">
            <a:avLst/>
          </a:prstGeom>
          <a:noFill/>
          <a:ln>
            <a:noFill/>
          </a:ln>
        </p:spPr>
        <p:txBody>
          <a:bodyPr spcFirstLastPara="1" wrap="square" lIns="0" tIns="0" rIns="0" bIns="0" anchor="t" anchorCtr="0">
            <a:spAutoFit/>
          </a:bodyPr>
          <a:lstStyle/>
          <a:p>
            <a:pPr marL="0" marR="0" lvl="1" indent="0" algn="ctr" rtl="0">
              <a:lnSpc>
                <a:spcPct val="129000"/>
              </a:lnSpc>
              <a:spcBef>
                <a:spcPts val="0"/>
              </a:spcBef>
              <a:spcAft>
                <a:spcPts val="0"/>
              </a:spcAft>
              <a:buClr>
                <a:srgbClr val="000000"/>
              </a:buClr>
              <a:buSzPts val="1453"/>
              <a:buFont typeface="Arial" panose="020B0604020202090204"/>
              <a:buNone/>
            </a:pPr>
            <a:r>
              <a:rPr lang="en-US" sz="1455" b="0" i="0" u="none" strike="noStrike" cap="none">
                <a:solidFill>
                  <a:srgbClr val="343434"/>
                </a:solidFill>
                <a:latin typeface="DM Sans"/>
                <a:ea typeface="DM Sans"/>
                <a:cs typeface="DM Sans"/>
                <a:sym typeface="DM Sans"/>
              </a:rPr>
              <a:t>SERVICE</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193" name="Google Shape;193;g33074a72064_0_22"/>
          <p:cNvSpPr txBox="1"/>
          <p:nvPr/>
        </p:nvSpPr>
        <p:spPr>
          <a:xfrm>
            <a:off x="14528628" y="1111629"/>
            <a:ext cx="1105800" cy="223800"/>
          </a:xfrm>
          <a:prstGeom prst="rect">
            <a:avLst/>
          </a:prstGeom>
          <a:noFill/>
          <a:ln>
            <a:noFill/>
          </a:ln>
        </p:spPr>
        <p:txBody>
          <a:bodyPr spcFirstLastPara="1" wrap="square" lIns="0" tIns="0" rIns="0" bIns="0" anchor="t" anchorCtr="0">
            <a:spAutoFit/>
          </a:bodyPr>
          <a:lstStyle/>
          <a:p>
            <a:pPr marL="0" marR="0" lvl="1" indent="0" algn="ctr" rtl="0">
              <a:lnSpc>
                <a:spcPct val="129000"/>
              </a:lnSpc>
              <a:spcBef>
                <a:spcPts val="0"/>
              </a:spcBef>
              <a:spcAft>
                <a:spcPts val="0"/>
              </a:spcAft>
              <a:buClr>
                <a:srgbClr val="000000"/>
              </a:buClr>
              <a:buSzPts val="1453"/>
              <a:buFont typeface="Arial" panose="020B0604020202090204"/>
              <a:buNone/>
            </a:pPr>
            <a:r>
              <a:rPr lang="en-US" sz="1455" b="0" i="0" u="none" strike="noStrike" cap="none">
                <a:solidFill>
                  <a:srgbClr val="343434"/>
                </a:solidFill>
                <a:latin typeface="DM Sans"/>
                <a:ea typeface="DM Sans"/>
                <a:cs typeface="DM Sans"/>
                <a:sym typeface="DM Sans"/>
              </a:rPr>
              <a:t>ABOUT US</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194" name="Google Shape;194;g33074a72064_0_22"/>
          <p:cNvSpPr txBox="1"/>
          <p:nvPr/>
        </p:nvSpPr>
        <p:spPr>
          <a:xfrm>
            <a:off x="15923945" y="1111629"/>
            <a:ext cx="1335300" cy="223800"/>
          </a:xfrm>
          <a:prstGeom prst="rect">
            <a:avLst/>
          </a:prstGeom>
          <a:noFill/>
          <a:ln>
            <a:noFill/>
          </a:ln>
        </p:spPr>
        <p:txBody>
          <a:bodyPr spcFirstLastPara="1" wrap="square" lIns="0" tIns="0" rIns="0" bIns="0" anchor="t" anchorCtr="0">
            <a:spAutoFit/>
          </a:bodyPr>
          <a:lstStyle/>
          <a:p>
            <a:pPr marL="0" marR="0" lvl="1" indent="0" algn="ctr" rtl="0">
              <a:lnSpc>
                <a:spcPct val="129000"/>
              </a:lnSpc>
              <a:spcBef>
                <a:spcPts val="0"/>
              </a:spcBef>
              <a:spcAft>
                <a:spcPts val="0"/>
              </a:spcAft>
              <a:buClr>
                <a:srgbClr val="000000"/>
              </a:buClr>
              <a:buSzPts val="1453"/>
              <a:buFont typeface="Arial" panose="020B0604020202090204"/>
              <a:buNone/>
            </a:pPr>
            <a:r>
              <a:rPr lang="en-US" sz="1455" b="0" i="0" u="none" strike="noStrike" cap="none">
                <a:solidFill>
                  <a:srgbClr val="343434"/>
                </a:solidFill>
                <a:latin typeface="DM Sans"/>
                <a:ea typeface="DM Sans"/>
                <a:cs typeface="DM Sans"/>
                <a:sym typeface="DM Sans"/>
              </a:rPr>
              <a:t>CONTACT US</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195" name="Google Shape;195;g33074a72064_0_22"/>
          <p:cNvSpPr txBox="1"/>
          <p:nvPr/>
        </p:nvSpPr>
        <p:spPr>
          <a:xfrm>
            <a:off x="1662475" y="3202200"/>
            <a:ext cx="13971900" cy="2855400"/>
          </a:xfrm>
          <a:prstGeom prst="rect">
            <a:avLst/>
          </a:prstGeom>
          <a:noFill/>
          <a:ln>
            <a:noFill/>
          </a:ln>
        </p:spPr>
        <p:txBody>
          <a:bodyPr spcFirstLastPara="1" wrap="square" lIns="0" tIns="0" rIns="0" bIns="0" anchor="t" anchorCtr="0">
            <a:spAutoFit/>
          </a:bodyPr>
          <a:lstStyle/>
          <a:p>
            <a:pPr marL="0" lvl="0" indent="0" algn="l" rtl="0">
              <a:lnSpc>
                <a:spcPct val="115000"/>
              </a:lnSpc>
              <a:spcBef>
                <a:spcPts val="1200"/>
              </a:spcBef>
              <a:spcAft>
                <a:spcPts val="0"/>
              </a:spcAft>
              <a:buClr>
                <a:schemeClr val="dk1"/>
              </a:buClr>
              <a:buSzPts val="1100"/>
              <a:buFont typeface="Arial" panose="020B0604020202090204"/>
              <a:buNone/>
            </a:pPr>
            <a:r>
              <a:rPr lang="en-US" sz="2600" b="1">
                <a:solidFill>
                  <a:schemeClr val="dk1"/>
                </a:solidFill>
              </a:rPr>
              <a:t>Penggunaan Semantic HTML sangat penting dalam pengembangan web modern. Dengan menggunakan elemen-elemen semantik, kita tidak hanya membuat halaman web yang lebih terstruktur dan mudah dipahami, tetapi juga meningkatkan aksesibilitas dan SEO. Oleh karena itu, penting bagi setiap pengembang web untuk memahami dan menerapkan prinsip-prinsip Semantic HTML dalam proyek mereka.</a:t>
            </a:r>
            <a:endParaRPr sz="2600" b="1">
              <a:solidFill>
                <a:schemeClr val="dk1"/>
              </a:solidFill>
            </a:endParaRPr>
          </a:p>
          <a:p>
            <a:pPr marL="0" marR="0" lvl="0" indent="0" algn="just" rtl="0">
              <a:lnSpc>
                <a:spcPct val="140000"/>
              </a:lnSpc>
              <a:spcBef>
                <a:spcPts val="1200"/>
              </a:spcBef>
              <a:spcAft>
                <a:spcPts val="0"/>
              </a:spcAft>
              <a:buClr>
                <a:srgbClr val="000000"/>
              </a:buClr>
              <a:buSzPts val="1700"/>
              <a:buFont typeface="Arial" panose="020B0604020202090204"/>
              <a:buNone/>
            </a:pPr>
            <a:endParaRPr sz="2600" b="1">
              <a:solidFill>
                <a:schemeClr val="dk1"/>
              </a:solidFill>
            </a:endParaRPr>
          </a:p>
        </p:txBody>
      </p:sp>
      <p:sp>
        <p:nvSpPr>
          <p:cNvPr id="196" name="Google Shape;196;g33074a72064_0_22"/>
          <p:cNvSpPr txBox="1"/>
          <p:nvPr/>
        </p:nvSpPr>
        <p:spPr>
          <a:xfrm>
            <a:off x="16253563" y="8991600"/>
            <a:ext cx="1005600" cy="554100"/>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Clr>
                <a:srgbClr val="000000"/>
              </a:buClr>
              <a:buSzPts val="1500"/>
              <a:buFont typeface="Arial" panose="020B0604020202090204"/>
              <a:buNone/>
            </a:pPr>
            <a:r>
              <a:rPr lang="en-US" sz="1500" b="1" i="0" u="none" strike="noStrike" cap="none">
                <a:solidFill>
                  <a:srgbClr val="343434"/>
                </a:solidFill>
                <a:latin typeface="DM Sans"/>
                <a:ea typeface="DM Sans"/>
                <a:cs typeface="DM Sans"/>
                <a:sym typeface="DM Sans"/>
              </a:rPr>
              <a:t>Page 07</a:t>
            </a:r>
            <a:endParaRPr sz="1500" b="1" i="0" u="none" strike="noStrike" cap="none">
              <a:solidFill>
                <a:srgbClr val="343434"/>
              </a:solidFill>
              <a:latin typeface="DM Sans"/>
              <a:ea typeface="DM Sans"/>
              <a:cs typeface="DM Sans"/>
              <a:sym typeface="DM Sans"/>
            </a:endParaRPr>
          </a:p>
          <a:p>
            <a:pPr marL="0" marR="0" lvl="0" indent="0" algn="r" rtl="0">
              <a:lnSpc>
                <a:spcPct val="140000"/>
              </a:lnSpc>
              <a:spcBef>
                <a:spcPts val="0"/>
              </a:spcBef>
              <a:spcAft>
                <a:spcPts val="0"/>
              </a:spcAft>
              <a:buClr>
                <a:srgbClr val="000000"/>
              </a:buClr>
              <a:buSzPts val="1500"/>
              <a:buFont typeface="Arial" panose="020B0604020202090204"/>
              <a:buNone/>
            </a:pPr>
            <a:endParaRPr sz="1500" b="1" i="0" u="none" strike="noStrike" cap="none">
              <a:solidFill>
                <a:srgbClr val="343434"/>
              </a:solidFill>
              <a:latin typeface="DM Sans"/>
              <a:ea typeface="DM Sans"/>
              <a:cs typeface="DM Sans"/>
              <a:sym typeface="DM Sans"/>
            </a:endParaRPr>
          </a:p>
        </p:txBody>
      </p:sp>
      <p:sp>
        <p:nvSpPr>
          <p:cNvPr id="197" name="Google Shape;197;g33074a72064_0_22"/>
          <p:cNvSpPr txBox="1"/>
          <p:nvPr/>
        </p:nvSpPr>
        <p:spPr>
          <a:xfrm>
            <a:off x="85924" y="182065"/>
            <a:ext cx="4479000" cy="277800"/>
          </a:xfrm>
          <a:prstGeom prst="rect">
            <a:avLst/>
          </a:prstGeom>
          <a:noFill/>
          <a:ln>
            <a:noFill/>
          </a:ln>
        </p:spPr>
        <p:txBody>
          <a:bodyPr spcFirstLastPara="1" wrap="square" lIns="0" tIns="0" rIns="0" bIns="0" anchor="t" anchorCtr="0">
            <a:spAutoFit/>
          </a:bodyPr>
          <a:lstStyle/>
          <a:p>
            <a:pPr marL="0" marR="0" lvl="0" indent="0" algn="l" rtl="0">
              <a:lnSpc>
                <a:spcPct val="101000"/>
              </a:lnSpc>
              <a:spcBef>
                <a:spcPts val="0"/>
              </a:spcBef>
              <a:spcAft>
                <a:spcPts val="0"/>
              </a:spcAft>
              <a:buClr>
                <a:srgbClr val="000000"/>
              </a:buClr>
              <a:buSzPts val="1804"/>
              <a:buFont typeface="Arial" panose="020B0604020202090204"/>
              <a:buNone/>
            </a:pPr>
            <a:r>
              <a:rPr lang="en-US" sz="1805" b="1" i="0" u="none" strike="noStrike" cap="none">
                <a:solidFill>
                  <a:srgbClr val="343434"/>
                </a:solidFill>
                <a:latin typeface="DM Sans"/>
                <a:ea typeface="DM Sans"/>
                <a:cs typeface="DM Sans"/>
                <a:sym typeface="DM Sans"/>
              </a:rPr>
              <a:t>UNIVERSITAS PAMULANG KOTA SERANG</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5EC"/>
        </a:solidFill>
        <a:effectLst/>
      </p:bgPr>
    </p:bg>
    <p:spTree>
      <p:nvGrpSpPr>
        <p:cNvPr id="201" name="Shape 201"/>
        <p:cNvGrpSpPr/>
        <p:nvPr/>
      </p:nvGrpSpPr>
      <p:grpSpPr>
        <a:xfrm>
          <a:off x="0" y="0"/>
          <a:ext cx="0" cy="0"/>
          <a:chOff x="0" y="0"/>
          <a:chExt cx="0" cy="0"/>
        </a:xfrm>
      </p:grpSpPr>
      <p:sp>
        <p:nvSpPr>
          <p:cNvPr id="202" name="Google Shape;202;p10"/>
          <p:cNvSpPr/>
          <p:nvPr/>
        </p:nvSpPr>
        <p:spPr>
          <a:xfrm>
            <a:off x="-485035" y="-4485535"/>
            <a:ext cx="19258069" cy="19258069"/>
          </a:xfrm>
          <a:custGeom>
            <a:avLst/>
            <a:gdLst/>
            <a:ahLst/>
            <a:cxnLst/>
            <a:rect l="l" t="t" r="r" b="b"/>
            <a:pathLst>
              <a:path w="19258069" h="19258069" extrusionOk="0">
                <a:moveTo>
                  <a:pt x="0" y="0"/>
                </a:moveTo>
                <a:lnTo>
                  <a:pt x="19258070" y="0"/>
                </a:lnTo>
                <a:lnTo>
                  <a:pt x="19258070" y="19258070"/>
                </a:lnTo>
                <a:lnTo>
                  <a:pt x="0" y="19258070"/>
                </a:lnTo>
                <a:lnTo>
                  <a:pt x="0" y="0"/>
                </a:lnTo>
                <a:close/>
              </a:path>
            </a:pathLst>
          </a:custGeom>
          <a:blipFill rotWithShape="1">
            <a:blip r:embed="rId1">
              <a:alphaModFix amt="4000"/>
            </a:blip>
            <a:stretch>
              <a:fillRect/>
            </a:stretch>
          </a:blipFill>
          <a:ln>
            <a:noFill/>
          </a:ln>
        </p:spPr>
      </p:sp>
      <p:sp>
        <p:nvSpPr>
          <p:cNvPr id="203" name="Google Shape;203;p10"/>
          <p:cNvSpPr txBox="1"/>
          <p:nvPr/>
        </p:nvSpPr>
        <p:spPr>
          <a:xfrm>
            <a:off x="933983" y="3152569"/>
            <a:ext cx="16420035" cy="3874815"/>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Clr>
                <a:srgbClr val="000000"/>
              </a:buClr>
              <a:buSzPts val="19362"/>
              <a:buFont typeface="Arial" panose="020B0604020202090204"/>
              <a:buNone/>
            </a:pPr>
            <a:r>
              <a:rPr lang="en-US" sz="19360" b="1" i="0" u="none" strike="noStrike" cap="none">
                <a:solidFill>
                  <a:srgbClr val="343434"/>
                </a:solidFill>
                <a:latin typeface="Arial" panose="020B0604020202090204"/>
                <a:ea typeface="Arial" panose="020B0604020202090204"/>
                <a:cs typeface="Arial" panose="020B0604020202090204"/>
                <a:sym typeface="Arial" panose="020B0604020202090204"/>
              </a:rPr>
              <a:t>THANK YOU</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204" name="Google Shape;204;p10"/>
          <p:cNvSpPr/>
          <p:nvPr/>
        </p:nvSpPr>
        <p:spPr>
          <a:xfrm>
            <a:off x="5684547" y="6631976"/>
            <a:ext cx="442897" cy="442897"/>
          </a:xfrm>
          <a:custGeom>
            <a:avLst/>
            <a:gdLst/>
            <a:ahLst/>
            <a:cxnLst/>
            <a:rect l="l" t="t" r="r" b="b"/>
            <a:pathLst>
              <a:path w="442897" h="442897" extrusionOk="0">
                <a:moveTo>
                  <a:pt x="0" y="0"/>
                </a:moveTo>
                <a:lnTo>
                  <a:pt x="442897" y="0"/>
                </a:lnTo>
                <a:lnTo>
                  <a:pt x="442897" y="442897"/>
                </a:lnTo>
                <a:lnTo>
                  <a:pt x="0" y="442897"/>
                </a:lnTo>
                <a:lnTo>
                  <a:pt x="0" y="0"/>
                </a:lnTo>
                <a:close/>
              </a:path>
            </a:pathLst>
          </a:custGeom>
          <a:blipFill rotWithShape="1">
            <a:blip r:embed="rId2"/>
            <a:stretch>
              <a:fillRect/>
            </a:stretch>
          </a:blipFill>
          <a:ln>
            <a:noFill/>
          </a:ln>
        </p:spPr>
      </p:sp>
      <p:sp>
        <p:nvSpPr>
          <p:cNvPr id="205" name="Google Shape;205;p10"/>
          <p:cNvSpPr/>
          <p:nvPr/>
        </p:nvSpPr>
        <p:spPr>
          <a:xfrm rot="-1354446">
            <a:off x="15843106" y="2606653"/>
            <a:ext cx="1497033" cy="2339114"/>
          </a:xfrm>
          <a:custGeom>
            <a:avLst/>
            <a:gdLst/>
            <a:ahLst/>
            <a:cxnLst/>
            <a:rect l="l" t="t" r="r" b="b"/>
            <a:pathLst>
              <a:path w="1497033" h="2339114" extrusionOk="0">
                <a:moveTo>
                  <a:pt x="0" y="0"/>
                </a:moveTo>
                <a:lnTo>
                  <a:pt x="1497033" y="0"/>
                </a:lnTo>
                <a:lnTo>
                  <a:pt x="1497033" y="2339115"/>
                </a:lnTo>
                <a:lnTo>
                  <a:pt x="0" y="2339115"/>
                </a:lnTo>
                <a:lnTo>
                  <a:pt x="0" y="0"/>
                </a:lnTo>
                <a:close/>
              </a:path>
            </a:pathLst>
          </a:custGeom>
          <a:blipFill rotWithShape="1">
            <a:blip r:embed="rId3"/>
            <a:stretch>
              <a:fillRect/>
            </a:stretch>
          </a:blipFill>
          <a:ln>
            <a:noFill/>
          </a:ln>
        </p:spPr>
      </p:sp>
      <p:sp>
        <p:nvSpPr>
          <p:cNvPr id="206" name="Google Shape;206;p10"/>
          <p:cNvSpPr/>
          <p:nvPr/>
        </p:nvSpPr>
        <p:spPr>
          <a:xfrm rot="885027">
            <a:off x="5092713" y="2195823"/>
            <a:ext cx="2206219" cy="1740908"/>
          </a:xfrm>
          <a:custGeom>
            <a:avLst/>
            <a:gdLst/>
            <a:ahLst/>
            <a:cxnLst/>
            <a:rect l="l" t="t" r="r" b="b"/>
            <a:pathLst>
              <a:path w="2206219" h="1740908" extrusionOk="0">
                <a:moveTo>
                  <a:pt x="0" y="0"/>
                </a:moveTo>
                <a:lnTo>
                  <a:pt x="2206220" y="0"/>
                </a:lnTo>
                <a:lnTo>
                  <a:pt x="2206220" y="1740908"/>
                </a:lnTo>
                <a:lnTo>
                  <a:pt x="0" y="1740908"/>
                </a:lnTo>
                <a:lnTo>
                  <a:pt x="0" y="0"/>
                </a:lnTo>
                <a:close/>
              </a:path>
            </a:pathLst>
          </a:custGeom>
          <a:blipFill rotWithShape="1">
            <a:blip r:embed="rId4"/>
            <a:stretch>
              <a:fillRect/>
            </a:stretch>
          </a:blipFill>
          <a:ln>
            <a:noFill/>
          </a:ln>
        </p:spPr>
      </p:sp>
      <p:sp>
        <p:nvSpPr>
          <p:cNvPr id="207" name="Google Shape;207;p10"/>
          <p:cNvSpPr/>
          <p:nvPr/>
        </p:nvSpPr>
        <p:spPr>
          <a:xfrm>
            <a:off x="91839" y="8205407"/>
            <a:ext cx="4202073" cy="2521244"/>
          </a:xfrm>
          <a:custGeom>
            <a:avLst/>
            <a:gdLst/>
            <a:ahLst/>
            <a:cxnLst/>
            <a:rect l="l" t="t" r="r" b="b"/>
            <a:pathLst>
              <a:path w="4202073" h="2521244" extrusionOk="0">
                <a:moveTo>
                  <a:pt x="0" y="0"/>
                </a:moveTo>
                <a:lnTo>
                  <a:pt x="4202074" y="0"/>
                </a:lnTo>
                <a:lnTo>
                  <a:pt x="4202074" y="2521245"/>
                </a:lnTo>
                <a:lnTo>
                  <a:pt x="0" y="2521245"/>
                </a:lnTo>
                <a:lnTo>
                  <a:pt x="0" y="0"/>
                </a:lnTo>
                <a:close/>
              </a:path>
            </a:pathLst>
          </a:custGeom>
          <a:blipFill rotWithShape="1">
            <a:blip r:embed="rId5"/>
            <a:stretch>
              <a:fillRect/>
            </a:stretch>
          </a:blipFill>
          <a:ln>
            <a:noFill/>
          </a:ln>
        </p:spPr>
      </p:sp>
      <p:sp>
        <p:nvSpPr>
          <p:cNvPr id="208" name="Google Shape;208;p10"/>
          <p:cNvSpPr/>
          <p:nvPr/>
        </p:nvSpPr>
        <p:spPr>
          <a:xfrm rot="839221">
            <a:off x="9785300" y="7617346"/>
            <a:ext cx="1170380" cy="2030628"/>
          </a:xfrm>
          <a:custGeom>
            <a:avLst/>
            <a:gdLst/>
            <a:ahLst/>
            <a:cxnLst/>
            <a:rect l="l" t="t" r="r" b="b"/>
            <a:pathLst>
              <a:path w="1170380" h="2030628" extrusionOk="0">
                <a:moveTo>
                  <a:pt x="0" y="0"/>
                </a:moveTo>
                <a:lnTo>
                  <a:pt x="1170381" y="0"/>
                </a:lnTo>
                <a:lnTo>
                  <a:pt x="1170381" y="2030628"/>
                </a:lnTo>
                <a:lnTo>
                  <a:pt x="0" y="2030628"/>
                </a:lnTo>
                <a:lnTo>
                  <a:pt x="0" y="0"/>
                </a:lnTo>
                <a:close/>
              </a:path>
            </a:pathLst>
          </a:custGeom>
          <a:blipFill rotWithShape="1">
            <a:blip r:embed="rId6"/>
            <a:stretch>
              <a:fillRect/>
            </a:stretch>
          </a:blipFill>
          <a:ln>
            <a:noFill/>
          </a:ln>
        </p:spPr>
      </p:sp>
      <p:sp>
        <p:nvSpPr>
          <p:cNvPr id="209" name="Google Shape;209;p10"/>
          <p:cNvSpPr txBox="1"/>
          <p:nvPr/>
        </p:nvSpPr>
        <p:spPr>
          <a:xfrm>
            <a:off x="12319860" y="1111629"/>
            <a:ext cx="847412" cy="221513"/>
          </a:xfrm>
          <a:prstGeom prst="rect">
            <a:avLst/>
          </a:prstGeom>
          <a:noFill/>
          <a:ln>
            <a:noFill/>
          </a:ln>
        </p:spPr>
        <p:txBody>
          <a:bodyPr spcFirstLastPara="1" wrap="square" lIns="0" tIns="0" rIns="0" bIns="0" anchor="t" anchorCtr="0">
            <a:spAutoFit/>
          </a:bodyPr>
          <a:lstStyle/>
          <a:p>
            <a:pPr marL="0" marR="0" lvl="1" indent="0" algn="ctr" rtl="0">
              <a:lnSpc>
                <a:spcPct val="129000"/>
              </a:lnSpc>
              <a:spcBef>
                <a:spcPts val="0"/>
              </a:spcBef>
              <a:spcAft>
                <a:spcPts val="0"/>
              </a:spcAft>
              <a:buClr>
                <a:srgbClr val="000000"/>
              </a:buClr>
              <a:buSzPts val="1453"/>
              <a:buFont typeface="Arial" panose="020B0604020202090204"/>
              <a:buNone/>
            </a:pPr>
            <a:r>
              <a:rPr lang="en-US" sz="1455" b="0" i="0" u="none" strike="noStrike" cap="none">
                <a:solidFill>
                  <a:srgbClr val="343434"/>
                </a:solidFill>
                <a:latin typeface="DM Sans"/>
                <a:ea typeface="DM Sans"/>
                <a:cs typeface="DM Sans"/>
                <a:sym typeface="DM Sans"/>
              </a:rPr>
              <a:t>HOME</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210" name="Google Shape;210;p10"/>
          <p:cNvSpPr txBox="1"/>
          <p:nvPr/>
        </p:nvSpPr>
        <p:spPr>
          <a:xfrm>
            <a:off x="13424041" y="1111629"/>
            <a:ext cx="847412" cy="221513"/>
          </a:xfrm>
          <a:prstGeom prst="rect">
            <a:avLst/>
          </a:prstGeom>
          <a:noFill/>
          <a:ln>
            <a:noFill/>
          </a:ln>
        </p:spPr>
        <p:txBody>
          <a:bodyPr spcFirstLastPara="1" wrap="square" lIns="0" tIns="0" rIns="0" bIns="0" anchor="t" anchorCtr="0">
            <a:spAutoFit/>
          </a:bodyPr>
          <a:lstStyle/>
          <a:p>
            <a:pPr marL="0" marR="0" lvl="1" indent="0" algn="ctr" rtl="0">
              <a:lnSpc>
                <a:spcPct val="129000"/>
              </a:lnSpc>
              <a:spcBef>
                <a:spcPts val="0"/>
              </a:spcBef>
              <a:spcAft>
                <a:spcPts val="0"/>
              </a:spcAft>
              <a:buClr>
                <a:srgbClr val="000000"/>
              </a:buClr>
              <a:buSzPts val="1453"/>
              <a:buFont typeface="Arial" panose="020B0604020202090204"/>
              <a:buNone/>
            </a:pPr>
            <a:r>
              <a:rPr lang="en-US" sz="1455" b="0" i="0" u="none" strike="noStrike" cap="none">
                <a:solidFill>
                  <a:srgbClr val="343434"/>
                </a:solidFill>
                <a:latin typeface="DM Sans"/>
                <a:ea typeface="DM Sans"/>
                <a:cs typeface="DM Sans"/>
                <a:sym typeface="DM Sans"/>
              </a:rPr>
              <a:t>SERVICE</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211" name="Google Shape;211;p10"/>
          <p:cNvSpPr txBox="1"/>
          <p:nvPr/>
        </p:nvSpPr>
        <p:spPr>
          <a:xfrm>
            <a:off x="14528628" y="1111629"/>
            <a:ext cx="1105735" cy="221513"/>
          </a:xfrm>
          <a:prstGeom prst="rect">
            <a:avLst/>
          </a:prstGeom>
          <a:noFill/>
          <a:ln>
            <a:noFill/>
          </a:ln>
        </p:spPr>
        <p:txBody>
          <a:bodyPr spcFirstLastPara="1" wrap="square" lIns="0" tIns="0" rIns="0" bIns="0" anchor="t" anchorCtr="0">
            <a:spAutoFit/>
          </a:bodyPr>
          <a:lstStyle/>
          <a:p>
            <a:pPr marL="0" marR="0" lvl="1" indent="0" algn="ctr" rtl="0">
              <a:lnSpc>
                <a:spcPct val="129000"/>
              </a:lnSpc>
              <a:spcBef>
                <a:spcPts val="0"/>
              </a:spcBef>
              <a:spcAft>
                <a:spcPts val="0"/>
              </a:spcAft>
              <a:buClr>
                <a:srgbClr val="000000"/>
              </a:buClr>
              <a:buSzPts val="1453"/>
              <a:buFont typeface="Arial" panose="020B0604020202090204"/>
              <a:buNone/>
            </a:pPr>
            <a:r>
              <a:rPr lang="en-US" sz="1455" b="0" i="0" u="none" strike="noStrike" cap="none">
                <a:solidFill>
                  <a:srgbClr val="343434"/>
                </a:solidFill>
                <a:latin typeface="DM Sans"/>
                <a:ea typeface="DM Sans"/>
                <a:cs typeface="DM Sans"/>
                <a:sym typeface="DM Sans"/>
              </a:rPr>
              <a:t>ABOUT US</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212" name="Google Shape;212;p10"/>
          <p:cNvSpPr txBox="1"/>
          <p:nvPr/>
        </p:nvSpPr>
        <p:spPr>
          <a:xfrm>
            <a:off x="15923945" y="1111629"/>
            <a:ext cx="1335355" cy="221513"/>
          </a:xfrm>
          <a:prstGeom prst="rect">
            <a:avLst/>
          </a:prstGeom>
          <a:noFill/>
          <a:ln>
            <a:noFill/>
          </a:ln>
        </p:spPr>
        <p:txBody>
          <a:bodyPr spcFirstLastPara="1" wrap="square" lIns="0" tIns="0" rIns="0" bIns="0" anchor="t" anchorCtr="0">
            <a:spAutoFit/>
          </a:bodyPr>
          <a:lstStyle/>
          <a:p>
            <a:pPr marL="0" marR="0" lvl="1" indent="0" algn="ctr" rtl="0">
              <a:lnSpc>
                <a:spcPct val="129000"/>
              </a:lnSpc>
              <a:spcBef>
                <a:spcPts val="0"/>
              </a:spcBef>
              <a:spcAft>
                <a:spcPts val="0"/>
              </a:spcAft>
              <a:buClr>
                <a:srgbClr val="000000"/>
              </a:buClr>
              <a:buSzPts val="1453"/>
              <a:buFont typeface="Arial" panose="020B0604020202090204"/>
              <a:buNone/>
            </a:pPr>
            <a:r>
              <a:rPr lang="en-US" sz="1455" b="0" i="0" u="none" strike="noStrike" cap="none">
                <a:solidFill>
                  <a:srgbClr val="343434"/>
                </a:solidFill>
                <a:latin typeface="DM Sans"/>
                <a:ea typeface="DM Sans"/>
                <a:cs typeface="DM Sans"/>
                <a:sym typeface="DM Sans"/>
              </a:rPr>
              <a:t>CONTACT US</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213" name="Google Shape;213;p10"/>
          <p:cNvSpPr txBox="1"/>
          <p:nvPr/>
        </p:nvSpPr>
        <p:spPr>
          <a:xfrm>
            <a:off x="16253563" y="8991600"/>
            <a:ext cx="1005737" cy="266700"/>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Clr>
                <a:srgbClr val="000000"/>
              </a:buClr>
              <a:buSzPts val="1500"/>
              <a:buFont typeface="Arial" panose="020B0604020202090204"/>
              <a:buNone/>
            </a:pPr>
            <a:r>
              <a:rPr lang="en-US" sz="1500" b="1" i="0" u="none" strike="noStrike" cap="none">
                <a:solidFill>
                  <a:srgbClr val="343434"/>
                </a:solidFill>
                <a:latin typeface="DM Sans"/>
                <a:ea typeface="DM Sans"/>
                <a:cs typeface="DM Sans"/>
                <a:sym typeface="DM Sans"/>
              </a:rPr>
              <a:t>Page 10</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214" name="Google Shape;214;p10"/>
          <p:cNvSpPr txBox="1"/>
          <p:nvPr/>
        </p:nvSpPr>
        <p:spPr>
          <a:xfrm>
            <a:off x="85924" y="182065"/>
            <a:ext cx="4479095" cy="243569"/>
          </a:xfrm>
          <a:prstGeom prst="rect">
            <a:avLst/>
          </a:prstGeom>
          <a:noFill/>
          <a:ln>
            <a:noFill/>
          </a:ln>
        </p:spPr>
        <p:txBody>
          <a:bodyPr spcFirstLastPara="1" wrap="square" lIns="0" tIns="0" rIns="0" bIns="0" anchor="t" anchorCtr="0">
            <a:spAutoFit/>
          </a:bodyPr>
          <a:lstStyle/>
          <a:p>
            <a:pPr marL="0" marR="0" lvl="0" indent="0" algn="l" rtl="0">
              <a:lnSpc>
                <a:spcPct val="101000"/>
              </a:lnSpc>
              <a:spcBef>
                <a:spcPts val="0"/>
              </a:spcBef>
              <a:spcAft>
                <a:spcPts val="0"/>
              </a:spcAft>
              <a:buClr>
                <a:srgbClr val="000000"/>
              </a:buClr>
              <a:buSzPts val="1804"/>
              <a:buFont typeface="Arial" panose="020B0604020202090204"/>
              <a:buNone/>
            </a:pPr>
            <a:r>
              <a:rPr lang="en-US" sz="1805" b="1" i="0" u="none" strike="noStrike" cap="none">
                <a:solidFill>
                  <a:srgbClr val="343434"/>
                </a:solidFill>
                <a:latin typeface="DM Sans"/>
                <a:ea typeface="DM Sans"/>
                <a:cs typeface="DM Sans"/>
                <a:sym typeface="DM Sans"/>
              </a:rPr>
              <a:t>UNIVERSITAS PAMULANG KOTA SERANG</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3270</Words>
  <Application>WPS Presentation</Application>
  <PresentationFormat/>
  <Paragraphs>181</Paragraphs>
  <Slides>9</Slides>
  <Notes>0</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9</vt:i4>
      </vt:variant>
    </vt:vector>
  </HeadingPairs>
  <TitlesOfParts>
    <vt:vector size="21" baseType="lpstr">
      <vt:lpstr>Arial</vt:lpstr>
      <vt:lpstr>SimSun</vt:lpstr>
      <vt:lpstr>Wingdings</vt:lpstr>
      <vt:lpstr>Arial</vt:lpstr>
      <vt:lpstr>Calibri</vt:lpstr>
      <vt:lpstr>Helvetica Neue</vt:lpstr>
      <vt:lpstr>DM Sans</vt:lpstr>
      <vt:lpstr>Roboto Mono</vt:lpstr>
      <vt:lpstr>Microsoft YaHei</vt:lpstr>
      <vt:lpstr>汉仪旗黑</vt:lpstr>
      <vt:lpstr>Arial Unicode MS</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macbookairm1</cp:lastModifiedBy>
  <cp:revision>1</cp:revision>
  <dcterms:created xsi:type="dcterms:W3CDTF">2025-02-17T08:55:04Z</dcterms:created>
  <dcterms:modified xsi:type="dcterms:W3CDTF">2025-02-17T08:55:04Z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5ACAB01ED0D9302568F9B267146B2235_42</vt:lpwstr>
  </property>
  <property fmtid="{D5CDD505-2E9C-101B-9397-08002B2CF9AE}" pid="3" name="KSOProductBuildVer">
    <vt:lpwstr>1033-6.11.0.8603</vt:lpwstr>
  </property>
</Properties>
</file>